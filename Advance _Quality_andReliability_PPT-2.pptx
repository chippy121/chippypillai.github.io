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93" r:id="rId2"/>
  </p:sldMasterIdLst>
  <p:notesMasterIdLst>
    <p:notesMasterId r:id="rId16"/>
  </p:notesMasterIdLst>
  <p:sldIdLst>
    <p:sldId id="256" r:id="rId3"/>
    <p:sldId id="270" r:id="rId4"/>
    <p:sldId id="257" r:id="rId5"/>
    <p:sldId id="265" r:id="rId6"/>
    <p:sldId id="258" r:id="rId7"/>
    <p:sldId id="271" r:id="rId8"/>
    <p:sldId id="269" r:id="rId9"/>
    <p:sldId id="261" r:id="rId10"/>
    <p:sldId id="262" r:id="rId11"/>
    <p:sldId id="266" r:id="rId12"/>
    <p:sldId id="260" r:id="rId13"/>
    <p:sldId id="272"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2" d="100"/>
          <a:sy n="92" d="100"/>
        </p:scale>
        <p:origin x="33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bina mariyam Baby" userId="cd2a155efafa4985" providerId="LiveId" clId="{14E7156F-8191-4F2F-846B-ECAD0609B2BD}"/>
    <pc:docChg chg="modSld sldOrd">
      <pc:chgData name="Shebina mariyam Baby" userId="cd2a155efafa4985" providerId="LiveId" clId="{14E7156F-8191-4F2F-846B-ECAD0609B2BD}" dt="2024-11-25T16:47:40.010" v="3"/>
      <pc:docMkLst>
        <pc:docMk/>
      </pc:docMkLst>
      <pc:sldChg chg="ord">
        <pc:chgData name="Shebina mariyam Baby" userId="cd2a155efafa4985" providerId="LiveId" clId="{14E7156F-8191-4F2F-846B-ECAD0609B2BD}" dt="2024-11-25T16:47:40.010" v="3"/>
        <pc:sldMkLst>
          <pc:docMk/>
          <pc:sldMk cId="4055744240" sldId="26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strCache>
            </c:strRef>
          </c:tx>
          <c:spPr>
            <a:solidFill>
              <a:schemeClr val="accent1"/>
            </a:solidFill>
            <a:ln w="9525" cap="flat">
              <a:solidFill>
                <a:srgbClr val="F9F9F9"/>
              </a:solidFill>
              <a:prstDash val="solid"/>
              <a:round/>
            </a:ln>
            <a:effectLst/>
          </c:spPr>
          <c:dPt>
            <c:idx val="0"/>
            <c:bubble3D val="0"/>
            <c:spPr>
              <a:solidFill>
                <a:srgbClr val="55EFC4"/>
              </a:solidFill>
              <a:effectLst/>
            </c:spPr>
            <c:extLst>
              <c:ext xmlns:c16="http://schemas.microsoft.com/office/drawing/2014/chart" uri="{C3380CC4-5D6E-409C-BE32-E72D297353CC}">
                <c16:uniqueId val="{00000001-BCFF-43AE-9941-5DAC833D6D68}"/>
              </c:ext>
            </c:extLst>
          </c:dPt>
          <c:dPt>
            <c:idx val="1"/>
            <c:bubble3D val="0"/>
            <c:spPr>
              <a:solidFill>
                <a:srgbClr val="F0F0F0"/>
              </a:solidFill>
              <a:effectLst/>
            </c:spPr>
            <c:extLst>
              <c:ext xmlns:c16="http://schemas.microsoft.com/office/drawing/2014/chart" uri="{C3380CC4-5D6E-409C-BE32-E72D297353CC}">
                <c16:uniqueId val="{00000003-BCFF-43AE-9941-5DAC833D6D68}"/>
              </c:ext>
            </c:extLst>
          </c:dPt>
          <c:cat>
            <c:strRef>
              <c:f>Sheet1!$A$2:$A$3</c:f>
              <c:strCache>
                <c:ptCount val="2"/>
                <c:pt idx="0">
                  <c:v>Recycled Packaging</c:v>
                </c:pt>
              </c:strCache>
            </c:strRef>
          </c:cat>
          <c:val>
            <c:numRef>
              <c:f>Sheet1!$B$2:$B$3</c:f>
              <c:numCache>
                <c:formatCode>General</c:formatCode>
                <c:ptCount val="2"/>
                <c:pt idx="0">
                  <c:v>0.35</c:v>
                </c:pt>
                <c:pt idx="1">
                  <c:v>0.65</c:v>
                </c:pt>
              </c:numCache>
            </c:numRef>
          </c:val>
          <c:extLst>
            <c:ext xmlns:c16="http://schemas.microsoft.com/office/drawing/2014/chart" uri="{C3380CC4-5D6E-409C-BE32-E72D297353CC}">
              <c16:uniqueId val="{00000004-BCFF-43AE-9941-5DAC833D6D68}"/>
            </c:ext>
          </c:extLst>
        </c:ser>
        <c:dLbls>
          <c:showLegendKey val="0"/>
          <c:showVal val="0"/>
          <c:showCatName val="0"/>
          <c:showSerName val="0"/>
          <c:showPercent val="0"/>
          <c:showBubbleSize val="0"/>
          <c:showLeaderLines val="0"/>
        </c:dLbls>
        <c:firstSliceAng val="0"/>
        <c:holeSize val="9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strCache>
            </c:strRef>
          </c:tx>
          <c:spPr>
            <a:solidFill>
              <a:schemeClr val="accent1"/>
            </a:solidFill>
            <a:ln w="9525" cap="flat">
              <a:solidFill>
                <a:srgbClr val="F9F9F9"/>
              </a:solidFill>
              <a:prstDash val="solid"/>
              <a:round/>
            </a:ln>
            <a:effectLst/>
          </c:spPr>
          <c:dPt>
            <c:idx val="0"/>
            <c:bubble3D val="0"/>
            <c:spPr>
              <a:solidFill>
                <a:srgbClr val="55EFC4"/>
              </a:solidFill>
              <a:effectLst/>
            </c:spPr>
            <c:extLst>
              <c:ext xmlns:c16="http://schemas.microsoft.com/office/drawing/2014/chart" uri="{C3380CC4-5D6E-409C-BE32-E72D297353CC}">
                <c16:uniqueId val="{00000001-BF26-4226-9130-98CA875D4CCA}"/>
              </c:ext>
            </c:extLst>
          </c:dPt>
          <c:dPt>
            <c:idx val="1"/>
            <c:bubble3D val="0"/>
            <c:spPr>
              <a:solidFill>
                <a:srgbClr val="F0F0F0"/>
              </a:solidFill>
              <a:effectLst/>
            </c:spPr>
            <c:extLst>
              <c:ext xmlns:c16="http://schemas.microsoft.com/office/drawing/2014/chart" uri="{C3380CC4-5D6E-409C-BE32-E72D297353CC}">
                <c16:uniqueId val="{00000003-BF26-4226-9130-98CA875D4CCA}"/>
              </c:ext>
            </c:extLst>
          </c:dPt>
          <c:cat>
            <c:strRef>
              <c:f>Sheet1!$A$2:$A$3</c:f>
              <c:strCache>
                <c:ptCount val="2"/>
                <c:pt idx="0">
                  <c:v>Carbon Footprint Reduction</c:v>
                </c:pt>
              </c:strCache>
            </c:strRef>
          </c:cat>
          <c:val>
            <c:numRef>
              <c:f>Sheet1!$B$2:$B$3</c:f>
              <c:numCache>
                <c:formatCode>General</c:formatCode>
                <c:ptCount val="2"/>
                <c:pt idx="0">
                  <c:v>0.4</c:v>
                </c:pt>
                <c:pt idx="1">
                  <c:v>0.6</c:v>
                </c:pt>
              </c:numCache>
            </c:numRef>
          </c:val>
          <c:extLst>
            <c:ext xmlns:c16="http://schemas.microsoft.com/office/drawing/2014/chart" uri="{C3380CC4-5D6E-409C-BE32-E72D297353CC}">
              <c16:uniqueId val="{00000004-BF26-4226-9130-98CA875D4CCA}"/>
            </c:ext>
          </c:extLst>
        </c:ser>
        <c:dLbls>
          <c:showLegendKey val="0"/>
          <c:showVal val="0"/>
          <c:showCatName val="0"/>
          <c:showSerName val="0"/>
          <c:showPercent val="0"/>
          <c:showBubbleSize val="0"/>
          <c:showLeaderLines val="0"/>
        </c:dLbls>
        <c:firstSliceAng val="0"/>
        <c:holeSize val="9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strCache>
            </c:strRef>
          </c:tx>
          <c:spPr>
            <a:solidFill>
              <a:schemeClr val="accent1"/>
            </a:solidFill>
            <a:ln w="9525" cap="flat">
              <a:solidFill>
                <a:srgbClr val="F9F9F9"/>
              </a:solidFill>
              <a:prstDash val="solid"/>
              <a:round/>
            </a:ln>
            <a:effectLst/>
          </c:spPr>
          <c:dPt>
            <c:idx val="0"/>
            <c:bubble3D val="0"/>
            <c:spPr>
              <a:solidFill>
                <a:srgbClr val="55EFC4"/>
              </a:solidFill>
              <a:effectLst/>
            </c:spPr>
            <c:extLst>
              <c:ext xmlns:c16="http://schemas.microsoft.com/office/drawing/2014/chart" uri="{C3380CC4-5D6E-409C-BE32-E72D297353CC}">
                <c16:uniqueId val="{00000001-630C-4D71-8741-F0A3A13A39BC}"/>
              </c:ext>
            </c:extLst>
          </c:dPt>
          <c:dPt>
            <c:idx val="1"/>
            <c:bubble3D val="0"/>
            <c:spPr>
              <a:solidFill>
                <a:srgbClr val="F0F0F0"/>
              </a:solidFill>
              <a:effectLst/>
            </c:spPr>
            <c:extLst>
              <c:ext xmlns:c16="http://schemas.microsoft.com/office/drawing/2014/chart" uri="{C3380CC4-5D6E-409C-BE32-E72D297353CC}">
                <c16:uniqueId val="{00000003-630C-4D71-8741-F0A3A13A39BC}"/>
              </c:ext>
            </c:extLst>
          </c:dPt>
          <c:cat>
            <c:strRef>
              <c:f>Sheet1!$A$2:$A$3</c:f>
              <c:strCache>
                <c:ptCount val="2"/>
                <c:pt idx="0">
                  <c:v>Renewable Energy Use</c:v>
                </c:pt>
              </c:strCache>
            </c:strRef>
          </c:cat>
          <c:val>
            <c:numRef>
              <c:f>Sheet1!$B$2:$B$3</c:f>
              <c:numCache>
                <c:formatCode>General</c:formatCode>
                <c:ptCount val="2"/>
                <c:pt idx="0">
                  <c:v>0.25</c:v>
                </c:pt>
                <c:pt idx="1">
                  <c:v>0.75</c:v>
                </c:pt>
              </c:numCache>
            </c:numRef>
          </c:val>
          <c:extLst>
            <c:ext xmlns:c16="http://schemas.microsoft.com/office/drawing/2014/chart" uri="{C3380CC4-5D6E-409C-BE32-E72D297353CC}">
              <c16:uniqueId val="{00000004-630C-4D71-8741-F0A3A13A39BC}"/>
            </c:ext>
          </c:extLst>
        </c:ser>
        <c:dLbls>
          <c:showLegendKey val="0"/>
          <c:showVal val="0"/>
          <c:showCatName val="0"/>
          <c:showSerName val="0"/>
          <c:showPercent val="0"/>
          <c:showBubbleSize val="0"/>
          <c:showLeaderLines val="0"/>
        </c:dLbls>
        <c:firstSliceAng val="0"/>
        <c:holeSize val="9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strCache>
            </c:strRef>
          </c:tx>
          <c:spPr>
            <a:solidFill>
              <a:schemeClr val="accent1"/>
            </a:solidFill>
            <a:ln w="9525" cap="flat">
              <a:solidFill>
                <a:srgbClr val="F9F9F9"/>
              </a:solidFill>
              <a:prstDash val="solid"/>
              <a:round/>
            </a:ln>
            <a:effectLst/>
          </c:spPr>
          <c:dPt>
            <c:idx val="0"/>
            <c:bubble3D val="0"/>
            <c:spPr>
              <a:solidFill>
                <a:srgbClr val="55EFC4"/>
              </a:solidFill>
              <a:effectLst/>
            </c:spPr>
            <c:extLst>
              <c:ext xmlns:c16="http://schemas.microsoft.com/office/drawing/2014/chart" uri="{C3380CC4-5D6E-409C-BE32-E72D297353CC}">
                <c16:uniqueId val="{00000001-4E6C-4B79-A553-DC82EF2AF5D3}"/>
              </c:ext>
            </c:extLst>
          </c:dPt>
          <c:dPt>
            <c:idx val="1"/>
            <c:bubble3D val="0"/>
            <c:spPr>
              <a:solidFill>
                <a:srgbClr val="F0F0F0"/>
              </a:solidFill>
              <a:effectLst/>
            </c:spPr>
            <c:extLst>
              <c:ext xmlns:c16="http://schemas.microsoft.com/office/drawing/2014/chart" uri="{C3380CC4-5D6E-409C-BE32-E72D297353CC}">
                <c16:uniqueId val="{00000003-4E6C-4B79-A553-DC82EF2AF5D3}"/>
              </c:ext>
            </c:extLst>
          </c:dPt>
          <c:cat>
            <c:strRef>
              <c:f>Sheet1!$A$2:$A$3</c:f>
              <c:strCache>
                <c:ptCount val="2"/>
                <c:pt idx="0">
                  <c:v>Quality Metrics Improvement</c:v>
                </c:pt>
              </c:strCache>
            </c:strRef>
          </c:cat>
          <c:val>
            <c:numRef>
              <c:f>Sheet1!$B$2:$B$3</c:f>
              <c:numCache>
                <c:formatCode>General</c:formatCode>
                <c:ptCount val="2"/>
                <c:pt idx="0">
                  <c:v>0.45</c:v>
                </c:pt>
                <c:pt idx="1">
                  <c:v>0.55000000000000004</c:v>
                </c:pt>
              </c:numCache>
            </c:numRef>
          </c:val>
          <c:extLst>
            <c:ext xmlns:c16="http://schemas.microsoft.com/office/drawing/2014/chart" uri="{C3380CC4-5D6E-409C-BE32-E72D297353CC}">
              <c16:uniqueId val="{00000004-4E6C-4B79-A553-DC82EF2AF5D3}"/>
            </c:ext>
          </c:extLst>
        </c:ser>
        <c:dLbls>
          <c:showLegendKey val="0"/>
          <c:showVal val="0"/>
          <c:showCatName val="0"/>
          <c:showSerName val="0"/>
          <c:showPercent val="0"/>
          <c:showBubbleSize val="0"/>
          <c:showLeaderLines val="0"/>
        </c:dLbls>
        <c:firstSliceAng val="0"/>
        <c:holeSize val="9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strCache>
            </c:strRef>
          </c:tx>
          <c:spPr>
            <a:solidFill>
              <a:schemeClr val="accent1"/>
            </a:solidFill>
            <a:ln w="9525" cap="flat">
              <a:solidFill>
                <a:srgbClr val="F9F9F9"/>
              </a:solidFill>
              <a:prstDash val="solid"/>
              <a:round/>
            </a:ln>
            <a:effectLst/>
          </c:spPr>
          <c:dPt>
            <c:idx val="0"/>
            <c:bubble3D val="0"/>
            <c:spPr>
              <a:solidFill>
                <a:srgbClr val="55EFC4"/>
              </a:solidFill>
              <a:effectLst/>
            </c:spPr>
            <c:extLst>
              <c:ext xmlns:c16="http://schemas.microsoft.com/office/drawing/2014/chart" uri="{C3380CC4-5D6E-409C-BE32-E72D297353CC}">
                <c16:uniqueId val="{00000001-33EF-43E8-8611-CD8B33D30B7A}"/>
              </c:ext>
            </c:extLst>
          </c:dPt>
          <c:dPt>
            <c:idx val="1"/>
            <c:bubble3D val="0"/>
            <c:spPr>
              <a:solidFill>
                <a:srgbClr val="F0F0F0"/>
              </a:solidFill>
              <a:effectLst/>
            </c:spPr>
            <c:extLst>
              <c:ext xmlns:c16="http://schemas.microsoft.com/office/drawing/2014/chart" uri="{C3380CC4-5D6E-409C-BE32-E72D297353CC}">
                <c16:uniqueId val="{00000003-33EF-43E8-8611-CD8B33D30B7A}"/>
              </c:ext>
            </c:extLst>
          </c:dPt>
          <c:cat>
            <c:strRef>
              <c:f>Sheet1!$A$2:$A$3</c:f>
              <c:strCache>
                <c:ptCount val="2"/>
                <c:pt idx="0">
                  <c:v>Reliability Rating Increase</c:v>
                </c:pt>
              </c:strCache>
            </c:strRef>
          </c:cat>
          <c:val>
            <c:numRef>
              <c:f>Sheet1!$B$2:$B$3</c:f>
              <c:numCache>
                <c:formatCode>General</c:formatCode>
                <c:ptCount val="2"/>
                <c:pt idx="0">
                  <c:v>0.3</c:v>
                </c:pt>
                <c:pt idx="1">
                  <c:v>0.7</c:v>
                </c:pt>
              </c:numCache>
            </c:numRef>
          </c:val>
          <c:extLst>
            <c:ext xmlns:c16="http://schemas.microsoft.com/office/drawing/2014/chart" uri="{C3380CC4-5D6E-409C-BE32-E72D297353CC}">
              <c16:uniqueId val="{00000004-33EF-43E8-8611-CD8B33D30B7A}"/>
            </c:ext>
          </c:extLst>
        </c:ser>
        <c:dLbls>
          <c:showLegendKey val="0"/>
          <c:showVal val="0"/>
          <c:showCatName val="0"/>
          <c:showSerName val="0"/>
          <c:showPercent val="0"/>
          <c:showBubbleSize val="0"/>
          <c:showLeaderLines val="0"/>
        </c:dLbls>
        <c:firstSliceAng val="0"/>
        <c:holeSize val="9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strCache>
            </c:strRef>
          </c:tx>
          <c:spPr>
            <a:solidFill>
              <a:schemeClr val="accent1"/>
            </a:solidFill>
            <a:ln w="9525" cap="flat">
              <a:solidFill>
                <a:srgbClr val="F9F9F9"/>
              </a:solidFill>
              <a:prstDash val="solid"/>
              <a:round/>
            </a:ln>
            <a:effectLst/>
          </c:spPr>
          <c:dPt>
            <c:idx val="0"/>
            <c:bubble3D val="0"/>
            <c:spPr>
              <a:solidFill>
                <a:srgbClr val="55EFC4"/>
              </a:solidFill>
              <a:effectLst/>
            </c:spPr>
            <c:extLst>
              <c:ext xmlns:c16="http://schemas.microsoft.com/office/drawing/2014/chart" uri="{C3380CC4-5D6E-409C-BE32-E72D297353CC}">
                <c16:uniqueId val="{00000001-B747-44E6-871E-7B92C2B34478}"/>
              </c:ext>
            </c:extLst>
          </c:dPt>
          <c:dPt>
            <c:idx val="1"/>
            <c:bubble3D val="0"/>
            <c:spPr>
              <a:solidFill>
                <a:srgbClr val="F0F0F0"/>
              </a:solidFill>
              <a:effectLst/>
            </c:spPr>
            <c:extLst>
              <c:ext xmlns:c16="http://schemas.microsoft.com/office/drawing/2014/chart" uri="{C3380CC4-5D6E-409C-BE32-E72D297353CC}">
                <c16:uniqueId val="{00000003-B747-44E6-871E-7B92C2B34478}"/>
              </c:ext>
            </c:extLst>
          </c:dPt>
          <c:cat>
            <c:strRef>
              <c:f>Sheet1!$A$2:$A$3</c:f>
              <c:strCache>
                <c:ptCount val="2"/>
                <c:pt idx="0">
                  <c:v>Reduction in Defects</c:v>
                </c:pt>
              </c:strCache>
            </c:strRef>
          </c:cat>
          <c:val>
            <c:numRef>
              <c:f>Sheet1!$B$2:$B$3</c:f>
              <c:numCache>
                <c:formatCode>General</c:formatCode>
                <c:ptCount val="2"/>
                <c:pt idx="0">
                  <c:v>0.2</c:v>
                </c:pt>
                <c:pt idx="1">
                  <c:v>0.8</c:v>
                </c:pt>
              </c:numCache>
            </c:numRef>
          </c:val>
          <c:extLst>
            <c:ext xmlns:c16="http://schemas.microsoft.com/office/drawing/2014/chart" uri="{C3380CC4-5D6E-409C-BE32-E72D297353CC}">
              <c16:uniqueId val="{00000004-B747-44E6-871E-7B92C2B34478}"/>
            </c:ext>
          </c:extLst>
        </c:ser>
        <c:dLbls>
          <c:showLegendKey val="0"/>
          <c:showVal val="0"/>
          <c:showCatName val="0"/>
          <c:showSerName val="0"/>
          <c:showPercent val="0"/>
          <c:showBubbleSize val="0"/>
          <c:showLeaderLines val="0"/>
        </c:dLbls>
        <c:firstSliceAng val="0"/>
        <c:holeSize val="9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strCache>
            </c:strRef>
          </c:tx>
          <c:spPr>
            <a:solidFill>
              <a:schemeClr val="accent1"/>
            </a:solidFill>
            <a:ln w="9525" cap="flat">
              <a:solidFill>
                <a:srgbClr val="F9F9F9"/>
              </a:solidFill>
              <a:prstDash val="solid"/>
              <a:round/>
            </a:ln>
            <a:effectLst/>
          </c:spPr>
          <c:dPt>
            <c:idx val="0"/>
            <c:bubble3D val="0"/>
            <c:spPr>
              <a:solidFill>
                <a:srgbClr val="55EFC4"/>
              </a:solidFill>
              <a:effectLst/>
            </c:spPr>
            <c:extLst>
              <c:ext xmlns:c16="http://schemas.microsoft.com/office/drawing/2014/chart" uri="{C3380CC4-5D6E-409C-BE32-E72D297353CC}">
                <c16:uniqueId val="{00000001-F80A-487B-897E-6044FE4D124C}"/>
              </c:ext>
            </c:extLst>
          </c:dPt>
          <c:dPt>
            <c:idx val="1"/>
            <c:bubble3D val="0"/>
            <c:spPr>
              <a:solidFill>
                <a:srgbClr val="F0F0F0"/>
              </a:solidFill>
              <a:effectLst/>
            </c:spPr>
            <c:extLst>
              <c:ext xmlns:c16="http://schemas.microsoft.com/office/drawing/2014/chart" uri="{C3380CC4-5D6E-409C-BE32-E72D297353CC}">
                <c16:uniqueId val="{00000003-F80A-487B-897E-6044FE4D124C}"/>
              </c:ext>
            </c:extLst>
          </c:dPt>
          <c:cat>
            <c:strRef>
              <c:f>Sheet1!$A$2:$A$3</c:f>
              <c:strCache>
                <c:ptCount val="2"/>
                <c:pt idx="0">
                  <c:v>Customer Satisfaction Growth</c:v>
                </c:pt>
              </c:strCache>
            </c:strRef>
          </c:cat>
          <c:val>
            <c:numRef>
              <c:f>Sheet1!$B$2:$B$3</c:f>
              <c:numCache>
                <c:formatCode>General</c:formatCode>
                <c:ptCount val="2"/>
                <c:pt idx="0">
                  <c:v>0.05</c:v>
                </c:pt>
                <c:pt idx="1">
                  <c:v>0.95</c:v>
                </c:pt>
              </c:numCache>
            </c:numRef>
          </c:val>
          <c:extLst>
            <c:ext xmlns:c16="http://schemas.microsoft.com/office/drawing/2014/chart" uri="{C3380CC4-5D6E-409C-BE32-E72D297353CC}">
              <c16:uniqueId val="{00000004-F80A-487B-897E-6044FE4D124C}"/>
            </c:ext>
          </c:extLst>
        </c:ser>
        <c:dLbls>
          <c:showLegendKey val="0"/>
          <c:showVal val="0"/>
          <c:showCatName val="0"/>
          <c:showSerName val="0"/>
          <c:showPercent val="0"/>
          <c:showBubbleSize val="0"/>
          <c:showLeaderLines val="0"/>
        </c:dLbls>
        <c:firstSliceAng val="0"/>
        <c:holeSize val="90"/>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274AD3-CFC8-4DAA-8A8C-DF0F67DFCD85}" type="datetimeFigureOut">
              <a:rPr lang="en-IN" smtClean="0"/>
              <a:t>25-11-2024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354AB3-9FA3-4AB6-B3FB-CE8FB4D2AD41}" type="slidenum">
              <a:rPr lang="en-IN" smtClean="0"/>
              <a:t>‹#›</a:t>
            </a:fld>
            <a:endParaRPr lang="en-IN"/>
          </a:p>
        </p:txBody>
      </p:sp>
    </p:spTree>
    <p:extLst>
      <p:ext uri="{BB962C8B-B14F-4D97-AF65-F5344CB8AC3E}">
        <p14:creationId xmlns:p14="http://schemas.microsoft.com/office/powerpoint/2010/main" val="1775190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A4485-3856-244C-B09D-B31441BB7A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47E5CA1-1676-8F9A-226A-9828F4A70C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4503BB-0A83-24B3-E4BF-4BBE14E932EA}"/>
              </a:ext>
            </a:extLst>
          </p:cNvPr>
          <p:cNvSpPr>
            <a:spLocks noGrp="1"/>
          </p:cNvSpPr>
          <p:nvPr>
            <p:ph type="dt" sz="half" idx="10"/>
          </p:nvPr>
        </p:nvSpPr>
        <p:spPr/>
        <p:txBody>
          <a:bodyPr/>
          <a:lstStyle/>
          <a:p>
            <a:fld id="{5F0F9AA9-A8AF-4519-A5A1-E76DEE24EA2F}" type="datetimeFigureOut">
              <a:rPr lang="en-IN" smtClean="0"/>
              <a:t>25-11-2024</a:t>
            </a:fld>
            <a:endParaRPr lang="en-IN"/>
          </a:p>
        </p:txBody>
      </p:sp>
      <p:sp>
        <p:nvSpPr>
          <p:cNvPr id="5" name="Footer Placeholder 4">
            <a:extLst>
              <a:ext uri="{FF2B5EF4-FFF2-40B4-BE49-F238E27FC236}">
                <a16:creationId xmlns:a16="http://schemas.microsoft.com/office/drawing/2014/main" id="{A7D06AEF-24F2-7426-CA89-E150A0CDC1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EF24A7-D2B6-354E-9925-CD56E4769EB0}"/>
              </a:ext>
            </a:extLst>
          </p:cNvPr>
          <p:cNvSpPr>
            <a:spLocks noGrp="1"/>
          </p:cNvSpPr>
          <p:nvPr>
            <p:ph type="sldNum" sz="quarter" idx="12"/>
          </p:nvPr>
        </p:nvSpPr>
        <p:spPr/>
        <p:txBody>
          <a:bodyPr/>
          <a:lstStyle/>
          <a:p>
            <a:fld id="{ADA601AE-3420-415C-92EE-81F77DBE63AB}" type="slidenum">
              <a:rPr lang="en-IN" smtClean="0"/>
              <a:t>‹#›</a:t>
            </a:fld>
            <a:endParaRPr lang="en-IN"/>
          </a:p>
        </p:txBody>
      </p:sp>
    </p:spTree>
    <p:extLst>
      <p:ext uri="{BB962C8B-B14F-4D97-AF65-F5344CB8AC3E}">
        <p14:creationId xmlns:p14="http://schemas.microsoft.com/office/powerpoint/2010/main" val="4106415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F9F46-94E4-3211-5616-A8A54DF5E2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A6904F-9B5D-C900-C0FA-42FC18014C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E9666F-5570-2D1A-1314-7A35EB70D72F}"/>
              </a:ext>
            </a:extLst>
          </p:cNvPr>
          <p:cNvSpPr>
            <a:spLocks noGrp="1"/>
          </p:cNvSpPr>
          <p:nvPr>
            <p:ph type="dt" sz="half" idx="10"/>
          </p:nvPr>
        </p:nvSpPr>
        <p:spPr/>
        <p:txBody>
          <a:bodyPr/>
          <a:lstStyle/>
          <a:p>
            <a:fld id="{5F0F9AA9-A8AF-4519-A5A1-E76DEE24EA2F}" type="datetimeFigureOut">
              <a:rPr lang="en-IN" smtClean="0"/>
              <a:t>25-11-2024</a:t>
            </a:fld>
            <a:endParaRPr lang="en-IN"/>
          </a:p>
        </p:txBody>
      </p:sp>
      <p:sp>
        <p:nvSpPr>
          <p:cNvPr id="5" name="Footer Placeholder 4">
            <a:extLst>
              <a:ext uri="{FF2B5EF4-FFF2-40B4-BE49-F238E27FC236}">
                <a16:creationId xmlns:a16="http://schemas.microsoft.com/office/drawing/2014/main" id="{66936F5B-242D-877E-2BEA-4969A2A10E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2C10BA-31BF-ECBA-97F0-E0923C08AA90}"/>
              </a:ext>
            </a:extLst>
          </p:cNvPr>
          <p:cNvSpPr>
            <a:spLocks noGrp="1"/>
          </p:cNvSpPr>
          <p:nvPr>
            <p:ph type="sldNum" sz="quarter" idx="12"/>
          </p:nvPr>
        </p:nvSpPr>
        <p:spPr/>
        <p:txBody>
          <a:bodyPr/>
          <a:lstStyle/>
          <a:p>
            <a:fld id="{ADA601AE-3420-415C-92EE-81F77DBE63AB}" type="slidenum">
              <a:rPr lang="en-IN" smtClean="0"/>
              <a:t>‹#›</a:t>
            </a:fld>
            <a:endParaRPr lang="en-IN"/>
          </a:p>
        </p:txBody>
      </p:sp>
    </p:spTree>
    <p:extLst>
      <p:ext uri="{BB962C8B-B14F-4D97-AF65-F5344CB8AC3E}">
        <p14:creationId xmlns:p14="http://schemas.microsoft.com/office/powerpoint/2010/main" val="2957166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1D4F1-4F52-57B1-5BD2-F3D39CBCA4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AFCBDB8-C97C-08B1-9147-49F10FBBBB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6EA256-5878-A091-D9C5-975B8432BC3D}"/>
              </a:ext>
            </a:extLst>
          </p:cNvPr>
          <p:cNvSpPr>
            <a:spLocks noGrp="1"/>
          </p:cNvSpPr>
          <p:nvPr>
            <p:ph type="dt" sz="half" idx="10"/>
          </p:nvPr>
        </p:nvSpPr>
        <p:spPr/>
        <p:txBody>
          <a:bodyPr/>
          <a:lstStyle/>
          <a:p>
            <a:fld id="{5F0F9AA9-A8AF-4519-A5A1-E76DEE24EA2F}" type="datetimeFigureOut">
              <a:rPr lang="en-IN" smtClean="0"/>
              <a:t>25-11-2024</a:t>
            </a:fld>
            <a:endParaRPr lang="en-IN"/>
          </a:p>
        </p:txBody>
      </p:sp>
      <p:sp>
        <p:nvSpPr>
          <p:cNvPr id="5" name="Footer Placeholder 4">
            <a:extLst>
              <a:ext uri="{FF2B5EF4-FFF2-40B4-BE49-F238E27FC236}">
                <a16:creationId xmlns:a16="http://schemas.microsoft.com/office/drawing/2014/main" id="{21C2D3A3-E363-CCF0-0F61-285819EDB1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AFF53A-A89B-C47A-C2CE-11CD46016B64}"/>
              </a:ext>
            </a:extLst>
          </p:cNvPr>
          <p:cNvSpPr>
            <a:spLocks noGrp="1"/>
          </p:cNvSpPr>
          <p:nvPr>
            <p:ph type="sldNum" sz="quarter" idx="12"/>
          </p:nvPr>
        </p:nvSpPr>
        <p:spPr/>
        <p:txBody>
          <a:bodyPr/>
          <a:lstStyle/>
          <a:p>
            <a:fld id="{ADA601AE-3420-415C-92EE-81F77DBE63AB}" type="slidenum">
              <a:rPr lang="en-IN" smtClean="0"/>
              <a:t>‹#›</a:t>
            </a:fld>
            <a:endParaRPr lang="en-IN"/>
          </a:p>
        </p:txBody>
      </p:sp>
    </p:spTree>
    <p:extLst>
      <p:ext uri="{BB962C8B-B14F-4D97-AF65-F5344CB8AC3E}">
        <p14:creationId xmlns:p14="http://schemas.microsoft.com/office/powerpoint/2010/main" val="341215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26D5F-B426-F5B6-59F1-AE0FF86912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2D3742-C849-AE08-8AC1-8E0E771166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9F1FEE-0B0E-37C0-1A4B-2669ED81F0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EE9EBF8-DE0A-BCE7-71C9-A42AA547F7D6}"/>
              </a:ext>
            </a:extLst>
          </p:cNvPr>
          <p:cNvSpPr>
            <a:spLocks noGrp="1"/>
          </p:cNvSpPr>
          <p:nvPr>
            <p:ph type="dt" sz="half" idx="10"/>
          </p:nvPr>
        </p:nvSpPr>
        <p:spPr/>
        <p:txBody>
          <a:bodyPr/>
          <a:lstStyle/>
          <a:p>
            <a:fld id="{5F0F9AA9-A8AF-4519-A5A1-E76DEE24EA2F}" type="datetimeFigureOut">
              <a:rPr lang="en-IN" smtClean="0"/>
              <a:t>25-11-2024</a:t>
            </a:fld>
            <a:endParaRPr lang="en-IN"/>
          </a:p>
        </p:txBody>
      </p:sp>
      <p:sp>
        <p:nvSpPr>
          <p:cNvPr id="6" name="Footer Placeholder 5">
            <a:extLst>
              <a:ext uri="{FF2B5EF4-FFF2-40B4-BE49-F238E27FC236}">
                <a16:creationId xmlns:a16="http://schemas.microsoft.com/office/drawing/2014/main" id="{1B79F24B-CA7B-21D1-01E7-3525865832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B65E01-506E-F7BC-A33D-32AE87FD3F76}"/>
              </a:ext>
            </a:extLst>
          </p:cNvPr>
          <p:cNvSpPr>
            <a:spLocks noGrp="1"/>
          </p:cNvSpPr>
          <p:nvPr>
            <p:ph type="sldNum" sz="quarter" idx="12"/>
          </p:nvPr>
        </p:nvSpPr>
        <p:spPr/>
        <p:txBody>
          <a:bodyPr/>
          <a:lstStyle/>
          <a:p>
            <a:fld id="{ADA601AE-3420-415C-92EE-81F77DBE63AB}" type="slidenum">
              <a:rPr lang="en-IN" smtClean="0"/>
              <a:t>‹#›</a:t>
            </a:fld>
            <a:endParaRPr lang="en-IN"/>
          </a:p>
        </p:txBody>
      </p:sp>
    </p:spTree>
    <p:extLst>
      <p:ext uri="{BB962C8B-B14F-4D97-AF65-F5344CB8AC3E}">
        <p14:creationId xmlns:p14="http://schemas.microsoft.com/office/powerpoint/2010/main" val="69682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BB942-048C-C724-3EE8-218A2A715E4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7C3174-FCD8-5A89-7EC4-D213589FD5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EC996E-5388-4EF3-7CDF-BB6B581CB6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B7E2CB9-318D-F16B-9ECA-52DF2FB3FB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D53397-16CE-FDFF-0A52-71AECDA96C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61DAD4-6C2A-9331-B19B-A0E801CC9F31}"/>
              </a:ext>
            </a:extLst>
          </p:cNvPr>
          <p:cNvSpPr>
            <a:spLocks noGrp="1"/>
          </p:cNvSpPr>
          <p:nvPr>
            <p:ph type="dt" sz="half" idx="10"/>
          </p:nvPr>
        </p:nvSpPr>
        <p:spPr/>
        <p:txBody>
          <a:bodyPr/>
          <a:lstStyle/>
          <a:p>
            <a:fld id="{5F0F9AA9-A8AF-4519-A5A1-E76DEE24EA2F}" type="datetimeFigureOut">
              <a:rPr lang="en-IN" smtClean="0"/>
              <a:t>25-11-2024</a:t>
            </a:fld>
            <a:endParaRPr lang="en-IN"/>
          </a:p>
        </p:txBody>
      </p:sp>
      <p:sp>
        <p:nvSpPr>
          <p:cNvPr id="8" name="Footer Placeholder 7">
            <a:extLst>
              <a:ext uri="{FF2B5EF4-FFF2-40B4-BE49-F238E27FC236}">
                <a16:creationId xmlns:a16="http://schemas.microsoft.com/office/drawing/2014/main" id="{334BFA3E-604F-E0C3-5C16-F2632269A6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A0F0C92-C5E0-EC81-091F-D86F81EE86A6}"/>
              </a:ext>
            </a:extLst>
          </p:cNvPr>
          <p:cNvSpPr>
            <a:spLocks noGrp="1"/>
          </p:cNvSpPr>
          <p:nvPr>
            <p:ph type="sldNum" sz="quarter" idx="12"/>
          </p:nvPr>
        </p:nvSpPr>
        <p:spPr/>
        <p:txBody>
          <a:bodyPr/>
          <a:lstStyle/>
          <a:p>
            <a:fld id="{ADA601AE-3420-415C-92EE-81F77DBE63AB}" type="slidenum">
              <a:rPr lang="en-IN" smtClean="0"/>
              <a:t>‹#›</a:t>
            </a:fld>
            <a:endParaRPr lang="en-IN"/>
          </a:p>
        </p:txBody>
      </p:sp>
    </p:spTree>
    <p:extLst>
      <p:ext uri="{BB962C8B-B14F-4D97-AF65-F5344CB8AC3E}">
        <p14:creationId xmlns:p14="http://schemas.microsoft.com/office/powerpoint/2010/main" val="1119392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7134C-0389-89E6-F18C-9ACBFFE7AEF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72DF90-8650-BD4E-B974-42B798472742}"/>
              </a:ext>
            </a:extLst>
          </p:cNvPr>
          <p:cNvSpPr>
            <a:spLocks noGrp="1"/>
          </p:cNvSpPr>
          <p:nvPr>
            <p:ph type="dt" sz="half" idx="10"/>
          </p:nvPr>
        </p:nvSpPr>
        <p:spPr/>
        <p:txBody>
          <a:bodyPr/>
          <a:lstStyle/>
          <a:p>
            <a:fld id="{5F0F9AA9-A8AF-4519-A5A1-E76DEE24EA2F}" type="datetimeFigureOut">
              <a:rPr lang="en-IN" smtClean="0"/>
              <a:t>25-11-2024</a:t>
            </a:fld>
            <a:endParaRPr lang="en-IN"/>
          </a:p>
        </p:txBody>
      </p:sp>
      <p:sp>
        <p:nvSpPr>
          <p:cNvPr id="4" name="Footer Placeholder 3">
            <a:extLst>
              <a:ext uri="{FF2B5EF4-FFF2-40B4-BE49-F238E27FC236}">
                <a16:creationId xmlns:a16="http://schemas.microsoft.com/office/drawing/2014/main" id="{5410D94A-9AAF-66AF-7529-635A89EA114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3BA579-F7E6-5E02-2B3B-B61201894F06}"/>
              </a:ext>
            </a:extLst>
          </p:cNvPr>
          <p:cNvSpPr>
            <a:spLocks noGrp="1"/>
          </p:cNvSpPr>
          <p:nvPr>
            <p:ph type="sldNum" sz="quarter" idx="12"/>
          </p:nvPr>
        </p:nvSpPr>
        <p:spPr/>
        <p:txBody>
          <a:bodyPr/>
          <a:lstStyle/>
          <a:p>
            <a:fld id="{ADA601AE-3420-415C-92EE-81F77DBE63AB}" type="slidenum">
              <a:rPr lang="en-IN" smtClean="0"/>
              <a:t>‹#›</a:t>
            </a:fld>
            <a:endParaRPr lang="en-IN"/>
          </a:p>
        </p:txBody>
      </p:sp>
    </p:spTree>
    <p:extLst>
      <p:ext uri="{BB962C8B-B14F-4D97-AF65-F5344CB8AC3E}">
        <p14:creationId xmlns:p14="http://schemas.microsoft.com/office/powerpoint/2010/main" val="4274985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ADBAD3-2D6D-5F4B-CE5B-CB2CDED62FD3}"/>
              </a:ext>
            </a:extLst>
          </p:cNvPr>
          <p:cNvSpPr>
            <a:spLocks noGrp="1"/>
          </p:cNvSpPr>
          <p:nvPr>
            <p:ph type="dt" sz="half" idx="10"/>
          </p:nvPr>
        </p:nvSpPr>
        <p:spPr/>
        <p:txBody>
          <a:bodyPr/>
          <a:lstStyle/>
          <a:p>
            <a:fld id="{5F0F9AA9-A8AF-4519-A5A1-E76DEE24EA2F}" type="datetimeFigureOut">
              <a:rPr lang="en-IN" smtClean="0"/>
              <a:t>25-11-2024</a:t>
            </a:fld>
            <a:endParaRPr lang="en-IN"/>
          </a:p>
        </p:txBody>
      </p:sp>
      <p:sp>
        <p:nvSpPr>
          <p:cNvPr id="3" name="Footer Placeholder 2">
            <a:extLst>
              <a:ext uri="{FF2B5EF4-FFF2-40B4-BE49-F238E27FC236}">
                <a16:creationId xmlns:a16="http://schemas.microsoft.com/office/drawing/2014/main" id="{D77EE4B7-69D4-1962-25F7-9819210F659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C741C60-E7A1-D02B-348E-A5813F899211}"/>
              </a:ext>
            </a:extLst>
          </p:cNvPr>
          <p:cNvSpPr>
            <a:spLocks noGrp="1"/>
          </p:cNvSpPr>
          <p:nvPr>
            <p:ph type="sldNum" sz="quarter" idx="12"/>
          </p:nvPr>
        </p:nvSpPr>
        <p:spPr/>
        <p:txBody>
          <a:bodyPr/>
          <a:lstStyle/>
          <a:p>
            <a:fld id="{ADA601AE-3420-415C-92EE-81F77DBE63AB}" type="slidenum">
              <a:rPr lang="en-IN" smtClean="0"/>
              <a:t>‹#›</a:t>
            </a:fld>
            <a:endParaRPr lang="en-IN"/>
          </a:p>
        </p:txBody>
      </p:sp>
    </p:spTree>
    <p:extLst>
      <p:ext uri="{BB962C8B-B14F-4D97-AF65-F5344CB8AC3E}">
        <p14:creationId xmlns:p14="http://schemas.microsoft.com/office/powerpoint/2010/main" val="2541629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C2161-0B93-01E2-BAD7-C9FF51381E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CBDC81E-1167-44CF-C2B4-D54B6C49C1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1DECD85-86CC-84D8-D10F-DB66E587C1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A71071-BED2-1045-26B3-D6BAD455B95C}"/>
              </a:ext>
            </a:extLst>
          </p:cNvPr>
          <p:cNvSpPr>
            <a:spLocks noGrp="1"/>
          </p:cNvSpPr>
          <p:nvPr>
            <p:ph type="dt" sz="half" idx="10"/>
          </p:nvPr>
        </p:nvSpPr>
        <p:spPr/>
        <p:txBody>
          <a:bodyPr/>
          <a:lstStyle/>
          <a:p>
            <a:fld id="{5F0F9AA9-A8AF-4519-A5A1-E76DEE24EA2F}" type="datetimeFigureOut">
              <a:rPr lang="en-IN" smtClean="0"/>
              <a:t>25-11-2024</a:t>
            </a:fld>
            <a:endParaRPr lang="en-IN"/>
          </a:p>
        </p:txBody>
      </p:sp>
      <p:sp>
        <p:nvSpPr>
          <p:cNvPr id="6" name="Footer Placeholder 5">
            <a:extLst>
              <a:ext uri="{FF2B5EF4-FFF2-40B4-BE49-F238E27FC236}">
                <a16:creationId xmlns:a16="http://schemas.microsoft.com/office/drawing/2014/main" id="{3027348D-BFB9-15F8-265E-23672D31A7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99BFC2-4932-F49C-FB31-CAC0D549C385}"/>
              </a:ext>
            </a:extLst>
          </p:cNvPr>
          <p:cNvSpPr>
            <a:spLocks noGrp="1"/>
          </p:cNvSpPr>
          <p:nvPr>
            <p:ph type="sldNum" sz="quarter" idx="12"/>
          </p:nvPr>
        </p:nvSpPr>
        <p:spPr/>
        <p:txBody>
          <a:bodyPr/>
          <a:lstStyle/>
          <a:p>
            <a:fld id="{ADA601AE-3420-415C-92EE-81F77DBE63AB}" type="slidenum">
              <a:rPr lang="en-IN" smtClean="0"/>
              <a:t>‹#›</a:t>
            </a:fld>
            <a:endParaRPr lang="en-IN"/>
          </a:p>
        </p:txBody>
      </p:sp>
    </p:spTree>
    <p:extLst>
      <p:ext uri="{BB962C8B-B14F-4D97-AF65-F5344CB8AC3E}">
        <p14:creationId xmlns:p14="http://schemas.microsoft.com/office/powerpoint/2010/main" val="63781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B9A2C-53BB-554C-160B-B0536F512C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0AFF77-9305-90A3-82DF-A7279257B7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C1C245-D0AB-9B76-D196-A4393577F6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F5AF64-E579-BBAA-F514-246432E5A90D}"/>
              </a:ext>
            </a:extLst>
          </p:cNvPr>
          <p:cNvSpPr>
            <a:spLocks noGrp="1"/>
          </p:cNvSpPr>
          <p:nvPr>
            <p:ph type="dt" sz="half" idx="10"/>
          </p:nvPr>
        </p:nvSpPr>
        <p:spPr/>
        <p:txBody>
          <a:bodyPr/>
          <a:lstStyle/>
          <a:p>
            <a:fld id="{5F0F9AA9-A8AF-4519-A5A1-E76DEE24EA2F}" type="datetimeFigureOut">
              <a:rPr lang="en-IN" smtClean="0"/>
              <a:t>25-11-2024</a:t>
            </a:fld>
            <a:endParaRPr lang="en-IN"/>
          </a:p>
        </p:txBody>
      </p:sp>
      <p:sp>
        <p:nvSpPr>
          <p:cNvPr id="6" name="Footer Placeholder 5">
            <a:extLst>
              <a:ext uri="{FF2B5EF4-FFF2-40B4-BE49-F238E27FC236}">
                <a16:creationId xmlns:a16="http://schemas.microsoft.com/office/drawing/2014/main" id="{5500B03E-0E4F-7CBB-B6EA-FC7236A3E6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D01E94-E248-0721-5847-4BE18DB722F9}"/>
              </a:ext>
            </a:extLst>
          </p:cNvPr>
          <p:cNvSpPr>
            <a:spLocks noGrp="1"/>
          </p:cNvSpPr>
          <p:nvPr>
            <p:ph type="sldNum" sz="quarter" idx="12"/>
          </p:nvPr>
        </p:nvSpPr>
        <p:spPr/>
        <p:txBody>
          <a:bodyPr/>
          <a:lstStyle/>
          <a:p>
            <a:fld id="{ADA601AE-3420-415C-92EE-81F77DBE63AB}" type="slidenum">
              <a:rPr lang="en-IN" smtClean="0"/>
              <a:t>‹#›</a:t>
            </a:fld>
            <a:endParaRPr lang="en-IN"/>
          </a:p>
        </p:txBody>
      </p:sp>
    </p:spTree>
    <p:extLst>
      <p:ext uri="{BB962C8B-B14F-4D97-AF65-F5344CB8AC3E}">
        <p14:creationId xmlns:p14="http://schemas.microsoft.com/office/powerpoint/2010/main" val="3014281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BE680-4E5B-9CF8-507B-375FBAC7AC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FAC583-A6DB-B6A5-3FC5-B3FCD74439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53AB37-6ED7-4FC7-6EF0-70E93E5F6BA5}"/>
              </a:ext>
            </a:extLst>
          </p:cNvPr>
          <p:cNvSpPr>
            <a:spLocks noGrp="1"/>
          </p:cNvSpPr>
          <p:nvPr>
            <p:ph type="dt" sz="half" idx="10"/>
          </p:nvPr>
        </p:nvSpPr>
        <p:spPr/>
        <p:txBody>
          <a:bodyPr/>
          <a:lstStyle/>
          <a:p>
            <a:fld id="{5F0F9AA9-A8AF-4519-A5A1-E76DEE24EA2F}" type="datetimeFigureOut">
              <a:rPr lang="en-IN" smtClean="0"/>
              <a:t>25-11-2024</a:t>
            </a:fld>
            <a:endParaRPr lang="en-IN"/>
          </a:p>
        </p:txBody>
      </p:sp>
      <p:sp>
        <p:nvSpPr>
          <p:cNvPr id="5" name="Footer Placeholder 4">
            <a:extLst>
              <a:ext uri="{FF2B5EF4-FFF2-40B4-BE49-F238E27FC236}">
                <a16:creationId xmlns:a16="http://schemas.microsoft.com/office/drawing/2014/main" id="{833DA72A-FA18-745D-7F68-F26475F724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0EA67B-3064-1D3C-971B-16D420F8A0C9}"/>
              </a:ext>
            </a:extLst>
          </p:cNvPr>
          <p:cNvSpPr>
            <a:spLocks noGrp="1"/>
          </p:cNvSpPr>
          <p:nvPr>
            <p:ph type="sldNum" sz="quarter" idx="12"/>
          </p:nvPr>
        </p:nvSpPr>
        <p:spPr/>
        <p:txBody>
          <a:bodyPr/>
          <a:lstStyle/>
          <a:p>
            <a:fld id="{ADA601AE-3420-415C-92EE-81F77DBE63AB}" type="slidenum">
              <a:rPr lang="en-IN" smtClean="0"/>
              <a:t>‹#›</a:t>
            </a:fld>
            <a:endParaRPr lang="en-IN"/>
          </a:p>
        </p:txBody>
      </p:sp>
    </p:spTree>
    <p:extLst>
      <p:ext uri="{BB962C8B-B14F-4D97-AF65-F5344CB8AC3E}">
        <p14:creationId xmlns:p14="http://schemas.microsoft.com/office/powerpoint/2010/main" val="1398483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DED53B-12FB-5101-1DC5-BD26B4419E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1E40D8-2C7A-739C-411F-F28331D0E3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0A07EB-1DC7-8E06-E027-A0060D773834}"/>
              </a:ext>
            </a:extLst>
          </p:cNvPr>
          <p:cNvSpPr>
            <a:spLocks noGrp="1"/>
          </p:cNvSpPr>
          <p:nvPr>
            <p:ph type="dt" sz="half" idx="10"/>
          </p:nvPr>
        </p:nvSpPr>
        <p:spPr/>
        <p:txBody>
          <a:bodyPr/>
          <a:lstStyle/>
          <a:p>
            <a:fld id="{5F0F9AA9-A8AF-4519-A5A1-E76DEE24EA2F}" type="datetimeFigureOut">
              <a:rPr lang="en-IN" smtClean="0"/>
              <a:t>25-11-2024</a:t>
            </a:fld>
            <a:endParaRPr lang="en-IN"/>
          </a:p>
        </p:txBody>
      </p:sp>
      <p:sp>
        <p:nvSpPr>
          <p:cNvPr id="5" name="Footer Placeholder 4">
            <a:extLst>
              <a:ext uri="{FF2B5EF4-FFF2-40B4-BE49-F238E27FC236}">
                <a16:creationId xmlns:a16="http://schemas.microsoft.com/office/drawing/2014/main" id="{5EEA7364-9185-2D8D-36D4-E2B5FF28C6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39200E-1EBD-323D-4360-C50E4706E709}"/>
              </a:ext>
            </a:extLst>
          </p:cNvPr>
          <p:cNvSpPr>
            <a:spLocks noGrp="1"/>
          </p:cNvSpPr>
          <p:nvPr>
            <p:ph type="sldNum" sz="quarter" idx="12"/>
          </p:nvPr>
        </p:nvSpPr>
        <p:spPr/>
        <p:txBody>
          <a:bodyPr/>
          <a:lstStyle/>
          <a:p>
            <a:fld id="{ADA601AE-3420-415C-92EE-81F77DBE63AB}" type="slidenum">
              <a:rPr lang="en-IN" smtClean="0"/>
              <a:t>‹#›</a:t>
            </a:fld>
            <a:endParaRPr lang="en-IN"/>
          </a:p>
        </p:txBody>
      </p:sp>
    </p:spTree>
    <p:extLst>
      <p:ext uri="{BB962C8B-B14F-4D97-AF65-F5344CB8AC3E}">
        <p14:creationId xmlns:p14="http://schemas.microsoft.com/office/powerpoint/2010/main" val="3797301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333B80D-9871-4BF5-834D-202815137F6F}"/>
              </a:ext>
            </a:extLst>
          </p:cNvPr>
          <p:cNvSpPr/>
          <p:nvPr userDrawn="1"/>
        </p:nvSpPr>
        <p:spPr>
          <a:xfrm>
            <a:off x="550862" y="-1"/>
            <a:ext cx="3373437" cy="41529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7" name="Picture Placeholder 26">
            <a:extLst>
              <a:ext uri="{FF2B5EF4-FFF2-40B4-BE49-F238E27FC236}">
                <a16:creationId xmlns:a16="http://schemas.microsoft.com/office/drawing/2014/main" id="{8A12A248-A253-479D-9025-EA656915B2E2}"/>
              </a:ext>
            </a:extLst>
          </p:cNvPr>
          <p:cNvSpPr>
            <a:spLocks noGrp="1"/>
          </p:cNvSpPr>
          <p:nvPr>
            <p:ph type="pic" sz="quarter" idx="13"/>
          </p:nvPr>
        </p:nvSpPr>
        <p:spPr>
          <a:xfrm>
            <a:off x="677877" y="125393"/>
            <a:ext cx="3373436" cy="4152900"/>
          </a:xfrm>
          <a:prstGeom prst="rect">
            <a:avLst/>
          </a:prstGeom>
          <a:solidFill>
            <a:schemeClr val="accent1">
              <a:lumMod val="20000"/>
              <a:lumOff val="80000"/>
            </a:schemeClr>
          </a:solidFill>
        </p:spPr>
        <p:txBody>
          <a:bodyPr anchor="ctr"/>
          <a:lstStyle>
            <a:lvl1pPr algn="ctr">
              <a:defRPr sz="1400"/>
            </a:lvl1pPr>
          </a:lstStyle>
          <a:p>
            <a:endParaRPr lang="en-ID" dirty="0"/>
          </a:p>
        </p:txBody>
      </p:sp>
      <p:sp>
        <p:nvSpPr>
          <p:cNvPr id="2" name="Title 1">
            <a:extLst>
              <a:ext uri="{FF2B5EF4-FFF2-40B4-BE49-F238E27FC236}">
                <a16:creationId xmlns:a16="http://schemas.microsoft.com/office/drawing/2014/main" id="{4C1024B0-0921-4653-B244-DD1C4D7EC14D}"/>
              </a:ext>
            </a:extLst>
          </p:cNvPr>
          <p:cNvSpPr>
            <a:spLocks noGrp="1"/>
          </p:cNvSpPr>
          <p:nvPr>
            <p:ph type="ctrTitle"/>
          </p:nvPr>
        </p:nvSpPr>
        <p:spPr>
          <a:xfrm>
            <a:off x="4545367" y="549275"/>
            <a:ext cx="6570308" cy="3729017"/>
          </a:xfrm>
          <a:prstGeom prst="rect">
            <a:avLst/>
          </a:prstGeom>
        </p:spPr>
        <p:txBody>
          <a:bodyPr anchor="b">
            <a:normAutofit/>
          </a:bodyPr>
          <a:lstStyle>
            <a:lvl1pPr algn="l">
              <a:defRPr sz="4800">
                <a:solidFill>
                  <a:schemeClr val="tx1">
                    <a:lumMod val="85000"/>
                    <a:lumOff val="15000"/>
                  </a:schemeClr>
                </a:solidFill>
              </a:defRPr>
            </a:lvl1pPr>
          </a:lstStyle>
          <a:p>
            <a:r>
              <a:rPr lang="en-US" dirty="0"/>
              <a:t>Click to edit Master title style</a:t>
            </a:r>
            <a:endParaRPr lang="en-ID" dirty="0"/>
          </a:p>
        </p:txBody>
      </p:sp>
      <p:sp>
        <p:nvSpPr>
          <p:cNvPr id="3" name="Subtitle 2">
            <a:extLst>
              <a:ext uri="{FF2B5EF4-FFF2-40B4-BE49-F238E27FC236}">
                <a16:creationId xmlns:a16="http://schemas.microsoft.com/office/drawing/2014/main" id="{6F98EA48-F0F1-4559-8320-92B0A8959DAA}"/>
              </a:ext>
            </a:extLst>
          </p:cNvPr>
          <p:cNvSpPr>
            <a:spLocks noGrp="1"/>
          </p:cNvSpPr>
          <p:nvPr>
            <p:ph type="subTitle" idx="1"/>
          </p:nvPr>
        </p:nvSpPr>
        <p:spPr>
          <a:xfrm>
            <a:off x="4545365" y="4857750"/>
            <a:ext cx="6570308" cy="1450974"/>
          </a:xfrm>
          <a:prstGeom prst="rect">
            <a:avLst/>
          </a:prstGeom>
        </p:spPr>
        <p:txBody>
          <a:bodyPr>
            <a:normAutofit/>
          </a:bodyPr>
          <a:lstStyle>
            <a:lvl1pPr marL="0" indent="0" algn="l">
              <a:lnSpc>
                <a:spcPct val="150000"/>
              </a:lnSpc>
              <a:buNone/>
              <a:defRPr sz="1200" b="0">
                <a:solidFill>
                  <a:schemeClr val="tx1">
                    <a:lumMod val="85000"/>
                    <a:lumOff val="1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endParaRPr lang="en-ID" dirty="0"/>
          </a:p>
        </p:txBody>
      </p:sp>
      <p:sp>
        <p:nvSpPr>
          <p:cNvPr id="24" name="Rectangle 23">
            <a:extLst>
              <a:ext uri="{FF2B5EF4-FFF2-40B4-BE49-F238E27FC236}">
                <a16:creationId xmlns:a16="http://schemas.microsoft.com/office/drawing/2014/main" id="{313269A7-B0E7-4766-A676-0A4011D4BE7D}"/>
              </a:ext>
            </a:extLst>
          </p:cNvPr>
          <p:cNvSpPr/>
          <p:nvPr userDrawn="1"/>
        </p:nvSpPr>
        <p:spPr>
          <a:xfrm>
            <a:off x="550862" y="4857750"/>
            <a:ext cx="3373437" cy="20002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3058191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47" userDrawn="1">
          <p15:clr>
            <a:srgbClr val="FBAE40"/>
          </p15:clr>
        </p15:guide>
        <p15:guide id="2" orient="horz" pos="346" userDrawn="1">
          <p15:clr>
            <a:srgbClr val="FBAE40"/>
          </p15:clr>
        </p15:guide>
        <p15:guide id="3" pos="7333" userDrawn="1">
          <p15:clr>
            <a:srgbClr val="FBAE40"/>
          </p15:clr>
        </p15:guide>
        <p15:guide id="4" orient="horz" pos="397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lum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7902A1F-5F9E-F540-736E-4F5B6DB67E34}"/>
              </a:ext>
            </a:extLst>
          </p:cNvPr>
          <p:cNvSpPr/>
          <p:nvPr userDrawn="1"/>
        </p:nvSpPr>
        <p:spPr>
          <a:xfrm>
            <a:off x="7280546" y="469900"/>
            <a:ext cx="1800000" cy="180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Freeform: Shape 21">
            <a:extLst>
              <a:ext uri="{FF2B5EF4-FFF2-40B4-BE49-F238E27FC236}">
                <a16:creationId xmlns:a16="http://schemas.microsoft.com/office/drawing/2014/main" id="{EE6B5542-BB91-41A9-8B31-C8DE957623BD}"/>
              </a:ext>
            </a:extLst>
          </p:cNvPr>
          <p:cNvSpPr/>
          <p:nvPr userDrawn="1"/>
        </p:nvSpPr>
        <p:spPr>
          <a:xfrm>
            <a:off x="0" y="0"/>
            <a:ext cx="2267714" cy="2267712"/>
          </a:xfrm>
          <a:custGeom>
            <a:avLst/>
            <a:gdLst>
              <a:gd name="connsiteX0" fmla="*/ 0 w 2267714"/>
              <a:gd name="connsiteY0" fmla="*/ 0 h 2267712"/>
              <a:gd name="connsiteX1" fmla="*/ 2263317 w 2267714"/>
              <a:gd name="connsiteY1" fmla="*/ 0 h 2267712"/>
              <a:gd name="connsiteX2" fmla="*/ 2267714 w 2267714"/>
              <a:gd name="connsiteY2" fmla="*/ 87089 h 2267712"/>
              <a:gd name="connsiteX3" fmla="*/ 87091 w 2267714"/>
              <a:gd name="connsiteY3" fmla="*/ 2267712 h 2267712"/>
              <a:gd name="connsiteX4" fmla="*/ 0 w 2267714"/>
              <a:gd name="connsiteY4" fmla="*/ 2263314 h 2267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7714" h="2267712">
                <a:moveTo>
                  <a:pt x="0" y="0"/>
                </a:moveTo>
                <a:lnTo>
                  <a:pt x="2263317" y="0"/>
                </a:lnTo>
                <a:lnTo>
                  <a:pt x="2267714" y="87089"/>
                </a:lnTo>
                <a:cubicBezTo>
                  <a:pt x="2267714" y="1291414"/>
                  <a:pt x="1291416" y="2267712"/>
                  <a:pt x="87091" y="2267712"/>
                </a:cubicBezTo>
                <a:lnTo>
                  <a:pt x="0" y="226331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 name="Title 1">
            <a:extLst>
              <a:ext uri="{FF2B5EF4-FFF2-40B4-BE49-F238E27FC236}">
                <a16:creationId xmlns:a16="http://schemas.microsoft.com/office/drawing/2014/main" id="{4A01B5D6-A0BF-4F7A-8C00-4C190893142B}"/>
              </a:ext>
            </a:extLst>
          </p:cNvPr>
          <p:cNvSpPr>
            <a:spLocks noGrp="1"/>
          </p:cNvSpPr>
          <p:nvPr userDrawn="1">
            <p:ph type="title"/>
          </p:nvPr>
        </p:nvSpPr>
        <p:spPr>
          <a:xfrm>
            <a:off x="550862" y="719999"/>
            <a:ext cx="6180138" cy="2535266"/>
          </a:xfrm>
          <a:prstGeom prst="rect">
            <a:avLst/>
          </a:prstGeom>
        </p:spPr>
        <p:txBody>
          <a:bodyPr anchor="t"/>
          <a:lstStyle>
            <a:lvl1pPr>
              <a:defRPr sz="4800">
                <a:solidFill>
                  <a:schemeClr val="tx1">
                    <a:lumMod val="85000"/>
                    <a:lumOff val="15000"/>
                  </a:schemeClr>
                </a:solidFill>
              </a:defRPr>
            </a:lvl1pPr>
          </a:lstStyle>
          <a:p>
            <a:r>
              <a:rPr lang="en-US" dirty="0"/>
              <a:t>Click to edit Master title style</a:t>
            </a:r>
            <a:endParaRPr lang="en-ID" dirty="0"/>
          </a:p>
        </p:txBody>
      </p:sp>
      <p:sp>
        <p:nvSpPr>
          <p:cNvPr id="14" name="Text Placeholder 13">
            <a:extLst>
              <a:ext uri="{FF2B5EF4-FFF2-40B4-BE49-F238E27FC236}">
                <a16:creationId xmlns:a16="http://schemas.microsoft.com/office/drawing/2014/main" id="{E98F8A46-E065-4396-9BD1-6722AB51D79D}"/>
              </a:ext>
            </a:extLst>
          </p:cNvPr>
          <p:cNvSpPr>
            <a:spLocks noGrp="1"/>
          </p:cNvSpPr>
          <p:nvPr userDrawn="1">
            <p:ph type="body" sz="quarter" idx="10"/>
          </p:nvPr>
        </p:nvSpPr>
        <p:spPr>
          <a:xfrm>
            <a:off x="550862" y="3835401"/>
            <a:ext cx="6180138" cy="2301966"/>
          </a:xfrm>
          <a:prstGeom prst="rect">
            <a:avLst/>
          </a:prstGeom>
        </p:spPr>
        <p:txBody>
          <a:bodyPr>
            <a:normAutofit/>
          </a:bodyPr>
          <a:lstStyle>
            <a:lvl1pPr marL="0" indent="0" algn="l">
              <a:lnSpc>
                <a:spcPct val="120000"/>
              </a:lnSpc>
              <a:buFont typeface="Arial" panose="020B0604020202020204" pitchFamily="34" charset="0"/>
              <a:buNone/>
              <a:defRPr sz="1200" b="0">
                <a:solidFill>
                  <a:schemeClr val="tx1">
                    <a:lumMod val="85000"/>
                    <a:lumOff val="15000"/>
                  </a:schemeClr>
                </a:solidFill>
              </a:defRPr>
            </a:lvl1pPr>
            <a:lvl2pPr marL="457189" indent="0" algn="l">
              <a:lnSpc>
                <a:spcPct val="120000"/>
              </a:lnSpc>
              <a:buFont typeface="Arial" panose="020B0604020202020204" pitchFamily="34" charset="0"/>
              <a:buNone/>
              <a:defRPr sz="1100">
                <a:solidFill>
                  <a:schemeClr val="tx1">
                    <a:lumMod val="85000"/>
                    <a:lumOff val="15000"/>
                  </a:schemeClr>
                </a:solidFill>
              </a:defRPr>
            </a:lvl2pPr>
            <a:lvl3pPr marL="914377" indent="0" algn="l">
              <a:lnSpc>
                <a:spcPct val="120000"/>
              </a:lnSpc>
              <a:buFont typeface="Arial" panose="020B0604020202020204" pitchFamily="34" charset="0"/>
              <a:buNone/>
              <a:defRPr sz="1050">
                <a:solidFill>
                  <a:schemeClr val="tx1">
                    <a:lumMod val="85000"/>
                    <a:lumOff val="15000"/>
                  </a:schemeClr>
                </a:solidFill>
              </a:defRPr>
            </a:lvl3pPr>
            <a:lvl4pPr marL="1371566" indent="0" algn="l">
              <a:lnSpc>
                <a:spcPct val="120000"/>
              </a:lnSpc>
              <a:buFont typeface="Arial" panose="020B0604020202020204" pitchFamily="34" charset="0"/>
              <a:buNone/>
              <a:defRPr sz="1000">
                <a:solidFill>
                  <a:schemeClr val="tx1">
                    <a:lumMod val="85000"/>
                    <a:lumOff val="15000"/>
                  </a:schemeClr>
                </a:solidFill>
              </a:defRPr>
            </a:lvl4pPr>
            <a:lvl5pPr marL="1828755" indent="0" algn="l">
              <a:lnSpc>
                <a:spcPct val="120000"/>
              </a:lnSpc>
              <a:buFont typeface="Arial" panose="020B0604020202020204" pitchFamily="34" charset="0"/>
              <a:buNone/>
              <a:defRPr sz="900">
                <a:solidFill>
                  <a:schemeClr val="tx1">
                    <a:lumMod val="85000"/>
                    <a:lumOff val="15000"/>
                  </a:schemeClr>
                </a:solidFill>
              </a:defRPr>
            </a:lvl5pPr>
          </a:lstStyle>
          <a:p>
            <a:pPr lvl="0"/>
            <a:r>
              <a:rPr lang="en-ID" dirty="0"/>
              <a:t>Click to edit Master text styles</a:t>
            </a:r>
          </a:p>
        </p:txBody>
      </p:sp>
      <p:sp>
        <p:nvSpPr>
          <p:cNvPr id="4" name="Picture Placeholder 3">
            <a:extLst>
              <a:ext uri="{FF2B5EF4-FFF2-40B4-BE49-F238E27FC236}">
                <a16:creationId xmlns:a16="http://schemas.microsoft.com/office/drawing/2014/main" id="{CCF3D022-456B-AB70-7F0A-62D09A116C98}"/>
              </a:ext>
            </a:extLst>
          </p:cNvPr>
          <p:cNvSpPr>
            <a:spLocks noGrp="1"/>
          </p:cNvSpPr>
          <p:nvPr>
            <p:ph type="pic" sz="quarter" idx="12"/>
          </p:nvPr>
        </p:nvSpPr>
        <p:spPr>
          <a:xfrm>
            <a:off x="7526044" y="720316"/>
            <a:ext cx="4115094" cy="5417369"/>
          </a:xfrm>
          <a:solidFill>
            <a:schemeClr val="accent1">
              <a:lumMod val="20000"/>
              <a:lumOff val="80000"/>
            </a:schemeClr>
          </a:solidFill>
        </p:spPr>
        <p:txBody>
          <a:bodyPr/>
          <a:lstStyle/>
          <a:p>
            <a:endParaRPr lang="en-ID"/>
          </a:p>
        </p:txBody>
      </p:sp>
      <p:sp>
        <p:nvSpPr>
          <p:cNvPr id="19" name="Text Placeholder 18">
            <a:extLst>
              <a:ext uri="{FF2B5EF4-FFF2-40B4-BE49-F238E27FC236}">
                <a16:creationId xmlns:a16="http://schemas.microsoft.com/office/drawing/2014/main" id="{ACF5B696-393F-E64D-04D9-5E6080EB17DB}"/>
              </a:ext>
            </a:extLst>
          </p:cNvPr>
          <p:cNvSpPr>
            <a:spLocks noGrp="1"/>
          </p:cNvSpPr>
          <p:nvPr>
            <p:ph type="body" sz="quarter" idx="15"/>
          </p:nvPr>
        </p:nvSpPr>
        <p:spPr>
          <a:xfrm>
            <a:off x="550862" y="3429000"/>
            <a:ext cx="6180138" cy="360000"/>
          </a:xfrm>
        </p:spPr>
        <p:txBody>
          <a:bodyPr>
            <a:normAutofit/>
          </a:bodyPr>
          <a:lstStyle>
            <a:lvl1pPr>
              <a:defRPr sz="1400"/>
            </a:lvl1pPr>
          </a:lstStyle>
          <a:p>
            <a:pPr lvl="0"/>
            <a:r>
              <a:rPr lang="en-GB" dirty="0"/>
              <a:t>Click to edit Master text styles</a:t>
            </a:r>
          </a:p>
        </p:txBody>
      </p:sp>
    </p:spTree>
    <p:extLst>
      <p:ext uri="{BB962C8B-B14F-4D97-AF65-F5344CB8AC3E}">
        <p14:creationId xmlns:p14="http://schemas.microsoft.com/office/powerpoint/2010/main" val="468423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473C1666-DC2E-4F60-98A5-80CDC7B1FFB1}"/>
              </a:ext>
            </a:extLst>
          </p:cNvPr>
          <p:cNvSpPr>
            <a:spLocks noGrp="1"/>
          </p:cNvSpPr>
          <p:nvPr>
            <p:ph type="pic" sz="quarter" idx="11"/>
          </p:nvPr>
        </p:nvSpPr>
        <p:spPr>
          <a:xfrm>
            <a:off x="6095999" y="3429000"/>
            <a:ext cx="6096000" cy="3429000"/>
          </a:xfrm>
          <a:prstGeom prst="rect">
            <a:avLst/>
          </a:prstGeom>
          <a:solidFill>
            <a:schemeClr val="accent1">
              <a:lumMod val="20000"/>
              <a:lumOff val="80000"/>
            </a:schemeClr>
          </a:solidFill>
        </p:spPr>
        <p:txBody>
          <a:bodyPr anchor="ctr"/>
          <a:lstStyle>
            <a:lvl1pPr marL="0" indent="0" algn="ctr">
              <a:buNone/>
              <a:defRPr sz="1200"/>
            </a:lvl1pPr>
          </a:lstStyle>
          <a:p>
            <a:endParaRPr lang="en-ID"/>
          </a:p>
        </p:txBody>
      </p:sp>
      <p:sp>
        <p:nvSpPr>
          <p:cNvPr id="6" name="Freeform: Shape 5">
            <a:extLst>
              <a:ext uri="{FF2B5EF4-FFF2-40B4-BE49-F238E27FC236}">
                <a16:creationId xmlns:a16="http://schemas.microsoft.com/office/drawing/2014/main" id="{F65C8F59-6373-4247-B614-4603147C6025}"/>
              </a:ext>
            </a:extLst>
          </p:cNvPr>
          <p:cNvSpPr/>
          <p:nvPr userDrawn="1"/>
        </p:nvSpPr>
        <p:spPr>
          <a:xfrm rot="16200000">
            <a:off x="0" y="4590287"/>
            <a:ext cx="2267714" cy="2267712"/>
          </a:xfrm>
          <a:custGeom>
            <a:avLst/>
            <a:gdLst>
              <a:gd name="connsiteX0" fmla="*/ 0 w 2267714"/>
              <a:gd name="connsiteY0" fmla="*/ 0 h 2267712"/>
              <a:gd name="connsiteX1" fmla="*/ 2263317 w 2267714"/>
              <a:gd name="connsiteY1" fmla="*/ 0 h 2267712"/>
              <a:gd name="connsiteX2" fmla="*/ 2267714 w 2267714"/>
              <a:gd name="connsiteY2" fmla="*/ 87089 h 2267712"/>
              <a:gd name="connsiteX3" fmla="*/ 87091 w 2267714"/>
              <a:gd name="connsiteY3" fmla="*/ 2267712 h 2267712"/>
              <a:gd name="connsiteX4" fmla="*/ 0 w 2267714"/>
              <a:gd name="connsiteY4" fmla="*/ 2263314 h 2267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7714" h="2267712">
                <a:moveTo>
                  <a:pt x="0" y="0"/>
                </a:moveTo>
                <a:lnTo>
                  <a:pt x="2263317" y="0"/>
                </a:lnTo>
                <a:lnTo>
                  <a:pt x="2267714" y="87089"/>
                </a:lnTo>
                <a:cubicBezTo>
                  <a:pt x="2267714" y="1291414"/>
                  <a:pt x="1291416" y="2267712"/>
                  <a:pt x="87091" y="2267712"/>
                </a:cubicBezTo>
                <a:lnTo>
                  <a:pt x="0" y="226331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7" name="Freeform: Shape 6">
            <a:extLst>
              <a:ext uri="{FF2B5EF4-FFF2-40B4-BE49-F238E27FC236}">
                <a16:creationId xmlns:a16="http://schemas.microsoft.com/office/drawing/2014/main" id="{5180D2B3-2055-4849-A37F-15C3430316B3}"/>
              </a:ext>
            </a:extLst>
          </p:cNvPr>
          <p:cNvSpPr/>
          <p:nvPr userDrawn="1"/>
        </p:nvSpPr>
        <p:spPr>
          <a:xfrm rot="5400000">
            <a:off x="9924287" y="1"/>
            <a:ext cx="2267714" cy="2267712"/>
          </a:xfrm>
          <a:custGeom>
            <a:avLst/>
            <a:gdLst>
              <a:gd name="connsiteX0" fmla="*/ 0 w 2267714"/>
              <a:gd name="connsiteY0" fmla="*/ 0 h 2267712"/>
              <a:gd name="connsiteX1" fmla="*/ 2263317 w 2267714"/>
              <a:gd name="connsiteY1" fmla="*/ 0 h 2267712"/>
              <a:gd name="connsiteX2" fmla="*/ 2267714 w 2267714"/>
              <a:gd name="connsiteY2" fmla="*/ 87089 h 2267712"/>
              <a:gd name="connsiteX3" fmla="*/ 87091 w 2267714"/>
              <a:gd name="connsiteY3" fmla="*/ 2267712 h 2267712"/>
              <a:gd name="connsiteX4" fmla="*/ 0 w 2267714"/>
              <a:gd name="connsiteY4" fmla="*/ 2263314 h 2267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7714" h="2267712">
                <a:moveTo>
                  <a:pt x="0" y="0"/>
                </a:moveTo>
                <a:lnTo>
                  <a:pt x="2263317" y="0"/>
                </a:lnTo>
                <a:lnTo>
                  <a:pt x="2267714" y="87089"/>
                </a:lnTo>
                <a:cubicBezTo>
                  <a:pt x="2267714" y="1291414"/>
                  <a:pt x="1291416" y="2267712"/>
                  <a:pt x="87091" y="2267712"/>
                </a:cubicBezTo>
                <a:lnTo>
                  <a:pt x="0" y="226331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9" name="Text Placeholder 2">
            <a:extLst>
              <a:ext uri="{FF2B5EF4-FFF2-40B4-BE49-F238E27FC236}">
                <a16:creationId xmlns:a16="http://schemas.microsoft.com/office/drawing/2014/main" id="{BB2D10FB-3BE7-BCA6-0C2E-84EAF411D908}"/>
              </a:ext>
            </a:extLst>
          </p:cNvPr>
          <p:cNvSpPr>
            <a:spLocks noGrp="1"/>
          </p:cNvSpPr>
          <p:nvPr>
            <p:ph type="body" sz="quarter" idx="13"/>
          </p:nvPr>
        </p:nvSpPr>
        <p:spPr>
          <a:xfrm>
            <a:off x="6636000" y="1084668"/>
            <a:ext cx="5010570" cy="1791756"/>
          </a:xfrm>
        </p:spPr>
        <p:txBody>
          <a:bodyPr/>
          <a:lstStyle>
            <a:lvl1pPr>
              <a:lnSpc>
                <a:spcPct val="120000"/>
              </a:lnSpc>
              <a:defRPr b="0">
                <a:solidFill>
                  <a:schemeClr val="tx1">
                    <a:lumMod val="85000"/>
                    <a:lumOff val="15000"/>
                  </a:schemeClr>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8" name="Text Placeholder 7">
            <a:extLst>
              <a:ext uri="{FF2B5EF4-FFF2-40B4-BE49-F238E27FC236}">
                <a16:creationId xmlns:a16="http://schemas.microsoft.com/office/drawing/2014/main" id="{65A93AAF-A66A-3C45-C861-DA2D1EC7A2E3}"/>
              </a:ext>
            </a:extLst>
          </p:cNvPr>
          <p:cNvSpPr>
            <a:spLocks noGrp="1"/>
          </p:cNvSpPr>
          <p:nvPr>
            <p:ph type="body" sz="quarter" idx="14"/>
          </p:nvPr>
        </p:nvSpPr>
        <p:spPr>
          <a:xfrm>
            <a:off x="6635999" y="697440"/>
            <a:ext cx="5005139" cy="360000"/>
          </a:xfrm>
        </p:spPr>
        <p:txBody>
          <a:bodyPr>
            <a:normAutofit/>
          </a:bodyPr>
          <a:lstStyle>
            <a:lvl1pPr>
              <a:defRPr sz="1400"/>
            </a:lvl1pPr>
          </a:lstStyle>
          <a:p>
            <a:pPr lvl="0"/>
            <a:r>
              <a:rPr lang="en-GB" dirty="0"/>
              <a:t>Click to edit Master text styles</a:t>
            </a:r>
          </a:p>
        </p:txBody>
      </p:sp>
      <p:sp>
        <p:nvSpPr>
          <p:cNvPr id="12" name="Text Placeholder 2">
            <a:extLst>
              <a:ext uri="{FF2B5EF4-FFF2-40B4-BE49-F238E27FC236}">
                <a16:creationId xmlns:a16="http://schemas.microsoft.com/office/drawing/2014/main" id="{F9009176-C327-5E62-20C7-BD346F4580DD}"/>
              </a:ext>
            </a:extLst>
          </p:cNvPr>
          <p:cNvSpPr>
            <a:spLocks noGrp="1"/>
          </p:cNvSpPr>
          <p:nvPr>
            <p:ph type="body" sz="quarter" idx="15"/>
          </p:nvPr>
        </p:nvSpPr>
        <p:spPr>
          <a:xfrm>
            <a:off x="550863" y="4516969"/>
            <a:ext cx="5010570" cy="1791756"/>
          </a:xfrm>
        </p:spPr>
        <p:txBody>
          <a:bodyPr/>
          <a:lstStyle>
            <a:lvl1pPr>
              <a:lnSpc>
                <a:spcPct val="120000"/>
              </a:lnSpc>
              <a:defRPr b="0">
                <a:solidFill>
                  <a:schemeClr val="tx1">
                    <a:lumMod val="85000"/>
                    <a:lumOff val="15000"/>
                  </a:schemeClr>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3" name="Text Placeholder 7">
            <a:extLst>
              <a:ext uri="{FF2B5EF4-FFF2-40B4-BE49-F238E27FC236}">
                <a16:creationId xmlns:a16="http://schemas.microsoft.com/office/drawing/2014/main" id="{FF36DB10-1217-D9FB-5CEE-38EE84C8868F}"/>
              </a:ext>
            </a:extLst>
          </p:cNvPr>
          <p:cNvSpPr>
            <a:spLocks noGrp="1"/>
          </p:cNvSpPr>
          <p:nvPr>
            <p:ph type="body" sz="quarter" idx="16"/>
          </p:nvPr>
        </p:nvSpPr>
        <p:spPr>
          <a:xfrm>
            <a:off x="550863" y="4123391"/>
            <a:ext cx="5005139" cy="360000"/>
          </a:xfrm>
        </p:spPr>
        <p:txBody>
          <a:bodyPr>
            <a:normAutofit/>
          </a:bodyPr>
          <a:lstStyle>
            <a:lvl1pPr>
              <a:defRPr sz="1400"/>
            </a:lvl1pPr>
          </a:lstStyle>
          <a:p>
            <a:pPr lvl="0"/>
            <a:r>
              <a:rPr lang="en-GB" dirty="0"/>
              <a:t>Click to edit Master text styles</a:t>
            </a:r>
          </a:p>
        </p:txBody>
      </p:sp>
      <p:sp>
        <p:nvSpPr>
          <p:cNvPr id="2" name="Title 1">
            <a:extLst>
              <a:ext uri="{FF2B5EF4-FFF2-40B4-BE49-F238E27FC236}">
                <a16:creationId xmlns:a16="http://schemas.microsoft.com/office/drawing/2014/main" id="{A5A90C07-A319-0553-16DF-2A4B3E3B7E5C}"/>
              </a:ext>
            </a:extLst>
          </p:cNvPr>
          <p:cNvSpPr>
            <a:spLocks noGrp="1"/>
          </p:cNvSpPr>
          <p:nvPr>
            <p:ph type="title"/>
          </p:nvPr>
        </p:nvSpPr>
        <p:spPr>
          <a:xfrm>
            <a:off x="538912" y="543299"/>
            <a:ext cx="5545136" cy="2879725"/>
          </a:xfrm>
          <a:prstGeom prst="rect">
            <a:avLst/>
          </a:prstGeom>
        </p:spPr>
        <p:txBody>
          <a:bodyPr anchor="b"/>
          <a:lstStyle>
            <a:lvl1pPr>
              <a:defRPr>
                <a:solidFill>
                  <a:schemeClr val="tx1">
                    <a:lumMod val="85000"/>
                    <a:lumOff val="15000"/>
                  </a:schemeClr>
                </a:solidFill>
              </a:defRPr>
            </a:lvl1pPr>
          </a:lstStyle>
          <a:p>
            <a:r>
              <a:rPr lang="en-US" dirty="0"/>
              <a:t>Click to edit Master title style</a:t>
            </a:r>
            <a:endParaRPr lang="en-ID" dirty="0"/>
          </a:p>
        </p:txBody>
      </p:sp>
    </p:spTree>
    <p:extLst>
      <p:ext uri="{BB962C8B-B14F-4D97-AF65-F5344CB8AC3E}">
        <p14:creationId xmlns:p14="http://schemas.microsoft.com/office/powerpoint/2010/main" val="1487492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olumns">
    <p:spTree>
      <p:nvGrpSpPr>
        <p:cNvPr id="1" name=""/>
        <p:cNvGrpSpPr/>
        <p:nvPr/>
      </p:nvGrpSpPr>
      <p:grpSpPr>
        <a:xfrm>
          <a:off x="0" y="0"/>
          <a:ext cx="0" cy="0"/>
          <a:chOff x="0" y="0"/>
          <a:chExt cx="0" cy="0"/>
        </a:xfrm>
      </p:grpSpPr>
      <p:sp>
        <p:nvSpPr>
          <p:cNvPr id="9" name="Freeform: Shape 7">
            <a:extLst>
              <a:ext uri="{FF2B5EF4-FFF2-40B4-BE49-F238E27FC236}">
                <a16:creationId xmlns:a16="http://schemas.microsoft.com/office/drawing/2014/main" id="{AC37003A-ECD2-9271-8AB2-E1B377082716}"/>
              </a:ext>
            </a:extLst>
          </p:cNvPr>
          <p:cNvSpPr/>
          <p:nvPr userDrawn="1"/>
        </p:nvSpPr>
        <p:spPr>
          <a:xfrm>
            <a:off x="4149038" y="2811463"/>
            <a:ext cx="3893924" cy="4046537"/>
          </a:xfrm>
          <a:custGeom>
            <a:avLst/>
            <a:gdLst>
              <a:gd name="connsiteX0" fmla="*/ 198123 w 3893924"/>
              <a:gd name="connsiteY0" fmla="*/ 0 h 4046537"/>
              <a:gd name="connsiteX1" fmla="*/ 3695801 w 3893924"/>
              <a:gd name="connsiteY1" fmla="*/ 0 h 4046537"/>
              <a:gd name="connsiteX2" fmla="*/ 3893924 w 3893924"/>
              <a:gd name="connsiteY2" fmla="*/ 198123 h 4046537"/>
              <a:gd name="connsiteX3" fmla="*/ 3893924 w 3893924"/>
              <a:gd name="connsiteY3" fmla="*/ 4046537 h 4046537"/>
              <a:gd name="connsiteX4" fmla="*/ 0 w 3893924"/>
              <a:gd name="connsiteY4" fmla="*/ 4046537 h 4046537"/>
              <a:gd name="connsiteX5" fmla="*/ 0 w 3893924"/>
              <a:gd name="connsiteY5" fmla="*/ 198123 h 4046537"/>
              <a:gd name="connsiteX6" fmla="*/ 198123 w 3893924"/>
              <a:gd name="connsiteY6" fmla="*/ 0 h 4046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3924" h="4046537">
                <a:moveTo>
                  <a:pt x="198123" y="0"/>
                </a:moveTo>
                <a:lnTo>
                  <a:pt x="3695801" y="0"/>
                </a:lnTo>
                <a:cubicBezTo>
                  <a:pt x="3805221" y="0"/>
                  <a:pt x="3893924" y="88703"/>
                  <a:pt x="3893924" y="198123"/>
                </a:cubicBezTo>
                <a:lnTo>
                  <a:pt x="3893924" y="4046537"/>
                </a:lnTo>
                <a:lnTo>
                  <a:pt x="0" y="4046537"/>
                </a:lnTo>
                <a:lnTo>
                  <a:pt x="0" y="198123"/>
                </a:lnTo>
                <a:cubicBezTo>
                  <a:pt x="0" y="88703"/>
                  <a:pt x="88703" y="0"/>
                  <a:pt x="198123"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cxnSp>
        <p:nvCxnSpPr>
          <p:cNvPr id="10" name="Straight Connector 9">
            <a:extLst>
              <a:ext uri="{FF2B5EF4-FFF2-40B4-BE49-F238E27FC236}">
                <a16:creationId xmlns:a16="http://schemas.microsoft.com/office/drawing/2014/main" id="{F44C63C5-B093-423F-EDE7-E256A8B7AD32}"/>
              </a:ext>
            </a:extLst>
          </p:cNvPr>
          <p:cNvCxnSpPr>
            <a:cxnSpLocks/>
          </p:cNvCxnSpPr>
          <p:nvPr userDrawn="1"/>
        </p:nvCxnSpPr>
        <p:spPr>
          <a:xfrm flipH="1">
            <a:off x="6096000" y="0"/>
            <a:ext cx="0" cy="720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DE13565E-CF99-419F-AEC7-A62AF2E65B11}"/>
              </a:ext>
            </a:extLst>
          </p:cNvPr>
          <p:cNvSpPr/>
          <p:nvPr userDrawn="1"/>
        </p:nvSpPr>
        <p:spPr>
          <a:xfrm rot="5400000">
            <a:off x="9245600" y="-1360"/>
            <a:ext cx="2946400" cy="2946400"/>
          </a:xfrm>
          <a:custGeom>
            <a:avLst/>
            <a:gdLst>
              <a:gd name="connsiteX0" fmla="*/ 0 w 2946400"/>
              <a:gd name="connsiteY0" fmla="*/ 0 h 2946400"/>
              <a:gd name="connsiteX1" fmla="*/ 2881601 w 2946400"/>
              <a:gd name="connsiteY1" fmla="*/ 0 h 2946400"/>
              <a:gd name="connsiteX2" fmla="*/ 2897635 w 2946400"/>
              <a:gd name="connsiteY2" fmla="*/ 62356 h 2946400"/>
              <a:gd name="connsiteX3" fmla="*/ 2946400 w 2946400"/>
              <a:gd name="connsiteY3" fmla="*/ 546100 h 2946400"/>
              <a:gd name="connsiteX4" fmla="*/ 546100 w 2946400"/>
              <a:gd name="connsiteY4" fmla="*/ 2946400 h 2946400"/>
              <a:gd name="connsiteX5" fmla="*/ 62356 w 2946400"/>
              <a:gd name="connsiteY5" fmla="*/ 2897635 h 2946400"/>
              <a:gd name="connsiteX6" fmla="*/ 0 w 2946400"/>
              <a:gd name="connsiteY6" fmla="*/ 2881601 h 29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6400" h="2946400">
                <a:moveTo>
                  <a:pt x="0" y="0"/>
                </a:moveTo>
                <a:lnTo>
                  <a:pt x="2881601" y="0"/>
                </a:lnTo>
                <a:lnTo>
                  <a:pt x="2897635" y="62356"/>
                </a:lnTo>
                <a:cubicBezTo>
                  <a:pt x="2929609" y="218610"/>
                  <a:pt x="2946400" y="380394"/>
                  <a:pt x="2946400" y="546100"/>
                </a:cubicBezTo>
                <a:cubicBezTo>
                  <a:pt x="2946400" y="1871749"/>
                  <a:pt x="1871749" y="2946400"/>
                  <a:pt x="546100" y="2946400"/>
                </a:cubicBezTo>
                <a:cubicBezTo>
                  <a:pt x="380394" y="2946400"/>
                  <a:pt x="218610" y="2929609"/>
                  <a:pt x="62356" y="2897635"/>
                </a:cubicBezTo>
                <a:lnTo>
                  <a:pt x="0" y="28816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3" name="Freeform: Shape 12">
            <a:extLst>
              <a:ext uri="{FF2B5EF4-FFF2-40B4-BE49-F238E27FC236}">
                <a16:creationId xmlns:a16="http://schemas.microsoft.com/office/drawing/2014/main" id="{AA16C853-F5B0-48E9-8364-029210A4FD5A}"/>
              </a:ext>
            </a:extLst>
          </p:cNvPr>
          <p:cNvSpPr/>
          <p:nvPr userDrawn="1"/>
        </p:nvSpPr>
        <p:spPr>
          <a:xfrm>
            <a:off x="0" y="0"/>
            <a:ext cx="2946400" cy="2946400"/>
          </a:xfrm>
          <a:custGeom>
            <a:avLst/>
            <a:gdLst>
              <a:gd name="connsiteX0" fmla="*/ 0 w 2946400"/>
              <a:gd name="connsiteY0" fmla="*/ 0 h 2946400"/>
              <a:gd name="connsiteX1" fmla="*/ 2881601 w 2946400"/>
              <a:gd name="connsiteY1" fmla="*/ 0 h 2946400"/>
              <a:gd name="connsiteX2" fmla="*/ 2897635 w 2946400"/>
              <a:gd name="connsiteY2" fmla="*/ 62356 h 2946400"/>
              <a:gd name="connsiteX3" fmla="*/ 2946400 w 2946400"/>
              <a:gd name="connsiteY3" fmla="*/ 546100 h 2946400"/>
              <a:gd name="connsiteX4" fmla="*/ 546100 w 2946400"/>
              <a:gd name="connsiteY4" fmla="*/ 2946400 h 2946400"/>
              <a:gd name="connsiteX5" fmla="*/ 62356 w 2946400"/>
              <a:gd name="connsiteY5" fmla="*/ 2897635 h 2946400"/>
              <a:gd name="connsiteX6" fmla="*/ 0 w 2946400"/>
              <a:gd name="connsiteY6" fmla="*/ 2881601 h 294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46400" h="2946400">
                <a:moveTo>
                  <a:pt x="0" y="0"/>
                </a:moveTo>
                <a:lnTo>
                  <a:pt x="2881601" y="0"/>
                </a:lnTo>
                <a:lnTo>
                  <a:pt x="2897635" y="62356"/>
                </a:lnTo>
                <a:cubicBezTo>
                  <a:pt x="2929609" y="218610"/>
                  <a:pt x="2946400" y="380394"/>
                  <a:pt x="2946400" y="546100"/>
                </a:cubicBezTo>
                <a:cubicBezTo>
                  <a:pt x="2946400" y="1871749"/>
                  <a:pt x="1871749" y="2946400"/>
                  <a:pt x="546100" y="2946400"/>
                </a:cubicBezTo>
                <a:cubicBezTo>
                  <a:pt x="380394" y="2946400"/>
                  <a:pt x="218610" y="2929609"/>
                  <a:pt x="62356" y="2897635"/>
                </a:cubicBezTo>
                <a:lnTo>
                  <a:pt x="0" y="28816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 name="Title 1">
            <a:extLst>
              <a:ext uri="{FF2B5EF4-FFF2-40B4-BE49-F238E27FC236}">
                <a16:creationId xmlns:a16="http://schemas.microsoft.com/office/drawing/2014/main" id="{DB5048C8-BEDD-47F9-820F-7FAF2CE3E757}"/>
              </a:ext>
            </a:extLst>
          </p:cNvPr>
          <p:cNvSpPr>
            <a:spLocks noGrp="1"/>
          </p:cNvSpPr>
          <p:nvPr>
            <p:ph type="title"/>
          </p:nvPr>
        </p:nvSpPr>
        <p:spPr>
          <a:xfrm>
            <a:off x="720000" y="719998"/>
            <a:ext cx="10752000" cy="1767170"/>
          </a:xfrm>
          <a:prstGeom prst="rect">
            <a:avLst/>
          </a:prstGeom>
        </p:spPr>
        <p:txBody>
          <a:bodyPr anchor="b"/>
          <a:lstStyle>
            <a:lvl1pPr algn="ctr">
              <a:defRPr>
                <a:solidFill>
                  <a:schemeClr val="tx1">
                    <a:lumMod val="85000"/>
                    <a:lumOff val="15000"/>
                  </a:schemeClr>
                </a:solidFill>
              </a:defRPr>
            </a:lvl1pPr>
          </a:lstStyle>
          <a:p>
            <a:r>
              <a:rPr lang="en-US" dirty="0"/>
              <a:t>Click to edit Master title style</a:t>
            </a:r>
            <a:endParaRPr lang="en-ID" dirty="0"/>
          </a:p>
        </p:txBody>
      </p:sp>
      <p:sp>
        <p:nvSpPr>
          <p:cNvPr id="16" name="Text Placeholder 13">
            <a:extLst>
              <a:ext uri="{FF2B5EF4-FFF2-40B4-BE49-F238E27FC236}">
                <a16:creationId xmlns:a16="http://schemas.microsoft.com/office/drawing/2014/main" id="{654D9A68-A5E1-422C-86E6-C5B21D058A62}"/>
              </a:ext>
            </a:extLst>
          </p:cNvPr>
          <p:cNvSpPr>
            <a:spLocks noGrp="1"/>
          </p:cNvSpPr>
          <p:nvPr>
            <p:ph type="body" sz="quarter" idx="12"/>
          </p:nvPr>
        </p:nvSpPr>
        <p:spPr>
          <a:xfrm>
            <a:off x="550863" y="3248750"/>
            <a:ext cx="3218016" cy="360000"/>
          </a:xfrm>
          <a:prstGeom prst="rect">
            <a:avLst/>
          </a:prstGeom>
        </p:spPr>
        <p:txBody>
          <a:bodyPr>
            <a:normAutofit/>
          </a:bodyPr>
          <a:lstStyle>
            <a:lvl1pPr marL="0" indent="0">
              <a:lnSpc>
                <a:spcPct val="120000"/>
              </a:lnSpc>
              <a:buNone/>
              <a:defRPr sz="1400">
                <a:solidFill>
                  <a:schemeClr val="tx1">
                    <a:lumMod val="85000"/>
                    <a:lumOff val="15000"/>
                  </a:schemeClr>
                </a:solidFill>
              </a:defRPr>
            </a:lvl1pPr>
            <a:lvl2pPr marL="457189" indent="0">
              <a:lnSpc>
                <a:spcPct val="120000"/>
              </a:lnSpc>
              <a:buNone/>
              <a:defRPr sz="1100">
                <a:solidFill>
                  <a:schemeClr val="tx1">
                    <a:lumMod val="85000"/>
                    <a:lumOff val="15000"/>
                  </a:schemeClr>
                </a:solidFill>
              </a:defRPr>
            </a:lvl2pPr>
            <a:lvl3pPr marL="914377" indent="0">
              <a:lnSpc>
                <a:spcPct val="120000"/>
              </a:lnSpc>
              <a:buNone/>
              <a:defRPr sz="1050">
                <a:solidFill>
                  <a:schemeClr val="tx1">
                    <a:lumMod val="85000"/>
                    <a:lumOff val="15000"/>
                  </a:schemeClr>
                </a:solidFill>
              </a:defRPr>
            </a:lvl3pPr>
            <a:lvl4pPr marL="1371566" indent="0">
              <a:lnSpc>
                <a:spcPct val="120000"/>
              </a:lnSpc>
              <a:buNone/>
              <a:defRPr sz="1000">
                <a:solidFill>
                  <a:schemeClr val="tx1">
                    <a:lumMod val="85000"/>
                    <a:lumOff val="15000"/>
                  </a:schemeClr>
                </a:solidFill>
              </a:defRPr>
            </a:lvl4pPr>
            <a:lvl5pPr marL="1828755" indent="0">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3" name="Text Placeholder 13">
            <a:extLst>
              <a:ext uri="{FF2B5EF4-FFF2-40B4-BE49-F238E27FC236}">
                <a16:creationId xmlns:a16="http://schemas.microsoft.com/office/drawing/2014/main" id="{D2ADC0D5-7E0B-BEB1-CED3-F22FB93B60C5}"/>
              </a:ext>
            </a:extLst>
          </p:cNvPr>
          <p:cNvSpPr>
            <a:spLocks noGrp="1"/>
          </p:cNvSpPr>
          <p:nvPr>
            <p:ph type="body" sz="quarter" idx="15"/>
          </p:nvPr>
        </p:nvSpPr>
        <p:spPr>
          <a:xfrm>
            <a:off x="550863" y="3650832"/>
            <a:ext cx="3218016" cy="2502734"/>
          </a:xfrm>
          <a:prstGeom prst="rect">
            <a:avLst/>
          </a:prstGeom>
        </p:spPr>
        <p:txBody>
          <a:bodyPr>
            <a:normAutofit/>
          </a:bodyPr>
          <a:lstStyle>
            <a:lvl1pPr marL="0" indent="0">
              <a:lnSpc>
                <a:spcPct val="120000"/>
              </a:lnSpc>
              <a:buNone/>
              <a:defRPr sz="1200" b="0">
                <a:solidFill>
                  <a:schemeClr val="tx1">
                    <a:lumMod val="85000"/>
                    <a:lumOff val="15000"/>
                  </a:schemeClr>
                </a:solidFill>
              </a:defRPr>
            </a:lvl1pPr>
            <a:lvl2pPr marL="457189" indent="0">
              <a:lnSpc>
                <a:spcPct val="120000"/>
              </a:lnSpc>
              <a:buNone/>
              <a:defRPr sz="1100">
                <a:solidFill>
                  <a:schemeClr val="tx1">
                    <a:lumMod val="85000"/>
                    <a:lumOff val="15000"/>
                  </a:schemeClr>
                </a:solidFill>
              </a:defRPr>
            </a:lvl2pPr>
            <a:lvl3pPr marL="914377" indent="0">
              <a:lnSpc>
                <a:spcPct val="120000"/>
              </a:lnSpc>
              <a:buNone/>
              <a:defRPr sz="1050">
                <a:solidFill>
                  <a:schemeClr val="tx1">
                    <a:lumMod val="85000"/>
                    <a:lumOff val="15000"/>
                  </a:schemeClr>
                </a:solidFill>
              </a:defRPr>
            </a:lvl3pPr>
            <a:lvl4pPr marL="1371566" indent="0">
              <a:lnSpc>
                <a:spcPct val="120000"/>
              </a:lnSpc>
              <a:buNone/>
              <a:defRPr sz="1000">
                <a:solidFill>
                  <a:schemeClr val="tx1">
                    <a:lumMod val="85000"/>
                    <a:lumOff val="15000"/>
                  </a:schemeClr>
                </a:solidFill>
              </a:defRPr>
            </a:lvl4pPr>
            <a:lvl5pPr marL="1828755" indent="0">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5" name="Text Placeholder 13">
            <a:extLst>
              <a:ext uri="{FF2B5EF4-FFF2-40B4-BE49-F238E27FC236}">
                <a16:creationId xmlns:a16="http://schemas.microsoft.com/office/drawing/2014/main" id="{30FCCA7C-03AA-99D2-27DF-4C2B5F26BD3E}"/>
              </a:ext>
            </a:extLst>
          </p:cNvPr>
          <p:cNvSpPr>
            <a:spLocks noGrp="1"/>
          </p:cNvSpPr>
          <p:nvPr>
            <p:ph type="body" sz="quarter" idx="16"/>
          </p:nvPr>
        </p:nvSpPr>
        <p:spPr>
          <a:xfrm>
            <a:off x="4486992" y="3248750"/>
            <a:ext cx="3218016" cy="360000"/>
          </a:xfrm>
          <a:prstGeom prst="rect">
            <a:avLst/>
          </a:prstGeom>
        </p:spPr>
        <p:txBody>
          <a:bodyPr>
            <a:normAutofit/>
          </a:bodyPr>
          <a:lstStyle>
            <a:lvl1pPr marL="0" indent="0">
              <a:lnSpc>
                <a:spcPct val="120000"/>
              </a:lnSpc>
              <a:buNone/>
              <a:defRPr sz="1400">
                <a:solidFill>
                  <a:schemeClr val="tx1">
                    <a:lumMod val="85000"/>
                    <a:lumOff val="15000"/>
                  </a:schemeClr>
                </a:solidFill>
              </a:defRPr>
            </a:lvl1pPr>
            <a:lvl2pPr marL="457189" indent="0">
              <a:lnSpc>
                <a:spcPct val="120000"/>
              </a:lnSpc>
              <a:buNone/>
              <a:defRPr sz="1100">
                <a:solidFill>
                  <a:schemeClr val="tx1">
                    <a:lumMod val="85000"/>
                    <a:lumOff val="15000"/>
                  </a:schemeClr>
                </a:solidFill>
              </a:defRPr>
            </a:lvl2pPr>
            <a:lvl3pPr marL="914377" indent="0">
              <a:lnSpc>
                <a:spcPct val="120000"/>
              </a:lnSpc>
              <a:buNone/>
              <a:defRPr sz="1050">
                <a:solidFill>
                  <a:schemeClr val="tx1">
                    <a:lumMod val="85000"/>
                    <a:lumOff val="15000"/>
                  </a:schemeClr>
                </a:solidFill>
              </a:defRPr>
            </a:lvl3pPr>
            <a:lvl4pPr marL="1371566" indent="0">
              <a:lnSpc>
                <a:spcPct val="120000"/>
              </a:lnSpc>
              <a:buNone/>
              <a:defRPr sz="1000">
                <a:solidFill>
                  <a:schemeClr val="tx1">
                    <a:lumMod val="85000"/>
                    <a:lumOff val="15000"/>
                  </a:schemeClr>
                </a:solidFill>
              </a:defRPr>
            </a:lvl4pPr>
            <a:lvl5pPr marL="1828755" indent="0">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6" name="Text Placeholder 13">
            <a:extLst>
              <a:ext uri="{FF2B5EF4-FFF2-40B4-BE49-F238E27FC236}">
                <a16:creationId xmlns:a16="http://schemas.microsoft.com/office/drawing/2014/main" id="{59C7F382-677C-1234-D6A5-1733381B5AA0}"/>
              </a:ext>
            </a:extLst>
          </p:cNvPr>
          <p:cNvSpPr>
            <a:spLocks noGrp="1"/>
          </p:cNvSpPr>
          <p:nvPr>
            <p:ph type="body" sz="quarter" idx="17"/>
          </p:nvPr>
        </p:nvSpPr>
        <p:spPr>
          <a:xfrm>
            <a:off x="4486992" y="3650832"/>
            <a:ext cx="3218016" cy="2502734"/>
          </a:xfrm>
          <a:prstGeom prst="rect">
            <a:avLst/>
          </a:prstGeom>
        </p:spPr>
        <p:txBody>
          <a:bodyPr>
            <a:normAutofit/>
          </a:bodyPr>
          <a:lstStyle>
            <a:lvl1pPr marL="0" indent="0">
              <a:lnSpc>
                <a:spcPct val="120000"/>
              </a:lnSpc>
              <a:buNone/>
              <a:defRPr sz="1200" b="0">
                <a:solidFill>
                  <a:schemeClr val="tx1">
                    <a:lumMod val="85000"/>
                    <a:lumOff val="15000"/>
                  </a:schemeClr>
                </a:solidFill>
              </a:defRPr>
            </a:lvl1pPr>
            <a:lvl2pPr marL="457189" indent="0">
              <a:lnSpc>
                <a:spcPct val="120000"/>
              </a:lnSpc>
              <a:buNone/>
              <a:defRPr sz="1100">
                <a:solidFill>
                  <a:schemeClr val="tx1">
                    <a:lumMod val="85000"/>
                    <a:lumOff val="15000"/>
                  </a:schemeClr>
                </a:solidFill>
              </a:defRPr>
            </a:lvl2pPr>
            <a:lvl3pPr marL="914377" indent="0">
              <a:lnSpc>
                <a:spcPct val="120000"/>
              </a:lnSpc>
              <a:buNone/>
              <a:defRPr sz="1050">
                <a:solidFill>
                  <a:schemeClr val="tx1">
                    <a:lumMod val="85000"/>
                    <a:lumOff val="15000"/>
                  </a:schemeClr>
                </a:solidFill>
              </a:defRPr>
            </a:lvl3pPr>
            <a:lvl4pPr marL="1371566" indent="0">
              <a:lnSpc>
                <a:spcPct val="120000"/>
              </a:lnSpc>
              <a:buNone/>
              <a:defRPr sz="1000">
                <a:solidFill>
                  <a:schemeClr val="tx1">
                    <a:lumMod val="85000"/>
                    <a:lumOff val="15000"/>
                  </a:schemeClr>
                </a:solidFill>
              </a:defRPr>
            </a:lvl4pPr>
            <a:lvl5pPr marL="1828755" indent="0">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7" name="Text Placeholder 13">
            <a:extLst>
              <a:ext uri="{FF2B5EF4-FFF2-40B4-BE49-F238E27FC236}">
                <a16:creationId xmlns:a16="http://schemas.microsoft.com/office/drawing/2014/main" id="{30A1B2A7-CA70-0F52-27CE-F9B0C958DFFC}"/>
              </a:ext>
            </a:extLst>
          </p:cNvPr>
          <p:cNvSpPr>
            <a:spLocks noGrp="1"/>
          </p:cNvSpPr>
          <p:nvPr>
            <p:ph type="body" sz="quarter" idx="18"/>
          </p:nvPr>
        </p:nvSpPr>
        <p:spPr>
          <a:xfrm>
            <a:off x="8423121" y="3233186"/>
            <a:ext cx="3218016" cy="360000"/>
          </a:xfrm>
          <a:prstGeom prst="rect">
            <a:avLst/>
          </a:prstGeom>
        </p:spPr>
        <p:txBody>
          <a:bodyPr>
            <a:normAutofit/>
          </a:bodyPr>
          <a:lstStyle>
            <a:lvl1pPr marL="0" indent="0">
              <a:lnSpc>
                <a:spcPct val="120000"/>
              </a:lnSpc>
              <a:buNone/>
              <a:defRPr sz="1400">
                <a:solidFill>
                  <a:schemeClr val="tx1">
                    <a:lumMod val="85000"/>
                    <a:lumOff val="15000"/>
                  </a:schemeClr>
                </a:solidFill>
              </a:defRPr>
            </a:lvl1pPr>
            <a:lvl2pPr marL="457189" indent="0">
              <a:lnSpc>
                <a:spcPct val="120000"/>
              </a:lnSpc>
              <a:buNone/>
              <a:defRPr sz="1100">
                <a:solidFill>
                  <a:schemeClr val="tx1">
                    <a:lumMod val="85000"/>
                    <a:lumOff val="15000"/>
                  </a:schemeClr>
                </a:solidFill>
              </a:defRPr>
            </a:lvl2pPr>
            <a:lvl3pPr marL="914377" indent="0">
              <a:lnSpc>
                <a:spcPct val="120000"/>
              </a:lnSpc>
              <a:buNone/>
              <a:defRPr sz="1050">
                <a:solidFill>
                  <a:schemeClr val="tx1">
                    <a:lumMod val="85000"/>
                    <a:lumOff val="15000"/>
                  </a:schemeClr>
                </a:solidFill>
              </a:defRPr>
            </a:lvl3pPr>
            <a:lvl4pPr marL="1371566" indent="0">
              <a:lnSpc>
                <a:spcPct val="120000"/>
              </a:lnSpc>
              <a:buNone/>
              <a:defRPr sz="1000">
                <a:solidFill>
                  <a:schemeClr val="tx1">
                    <a:lumMod val="85000"/>
                    <a:lumOff val="15000"/>
                  </a:schemeClr>
                </a:solidFill>
              </a:defRPr>
            </a:lvl4pPr>
            <a:lvl5pPr marL="1828755" indent="0">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8" name="Text Placeholder 13">
            <a:extLst>
              <a:ext uri="{FF2B5EF4-FFF2-40B4-BE49-F238E27FC236}">
                <a16:creationId xmlns:a16="http://schemas.microsoft.com/office/drawing/2014/main" id="{170B7EF2-0E9D-CBAA-2308-0D8E544F7D6F}"/>
              </a:ext>
            </a:extLst>
          </p:cNvPr>
          <p:cNvSpPr>
            <a:spLocks noGrp="1"/>
          </p:cNvSpPr>
          <p:nvPr>
            <p:ph type="body" sz="quarter" idx="19"/>
          </p:nvPr>
        </p:nvSpPr>
        <p:spPr>
          <a:xfrm>
            <a:off x="8423121" y="3635268"/>
            <a:ext cx="3218016" cy="2502734"/>
          </a:xfrm>
          <a:prstGeom prst="rect">
            <a:avLst/>
          </a:prstGeom>
        </p:spPr>
        <p:txBody>
          <a:bodyPr>
            <a:normAutofit/>
          </a:bodyPr>
          <a:lstStyle>
            <a:lvl1pPr marL="0" indent="0">
              <a:lnSpc>
                <a:spcPct val="120000"/>
              </a:lnSpc>
              <a:buNone/>
              <a:defRPr sz="1200" b="0">
                <a:solidFill>
                  <a:schemeClr val="tx1">
                    <a:lumMod val="85000"/>
                    <a:lumOff val="15000"/>
                  </a:schemeClr>
                </a:solidFill>
              </a:defRPr>
            </a:lvl1pPr>
            <a:lvl2pPr marL="457189" indent="0">
              <a:lnSpc>
                <a:spcPct val="120000"/>
              </a:lnSpc>
              <a:buNone/>
              <a:defRPr sz="1100">
                <a:solidFill>
                  <a:schemeClr val="tx1">
                    <a:lumMod val="85000"/>
                    <a:lumOff val="15000"/>
                  </a:schemeClr>
                </a:solidFill>
              </a:defRPr>
            </a:lvl2pPr>
            <a:lvl3pPr marL="914377" indent="0">
              <a:lnSpc>
                <a:spcPct val="120000"/>
              </a:lnSpc>
              <a:buNone/>
              <a:defRPr sz="1050">
                <a:solidFill>
                  <a:schemeClr val="tx1">
                    <a:lumMod val="85000"/>
                    <a:lumOff val="15000"/>
                  </a:schemeClr>
                </a:solidFill>
              </a:defRPr>
            </a:lvl3pPr>
            <a:lvl4pPr marL="1371566" indent="0">
              <a:lnSpc>
                <a:spcPct val="120000"/>
              </a:lnSpc>
              <a:buNone/>
              <a:defRPr sz="1000">
                <a:solidFill>
                  <a:schemeClr val="tx1">
                    <a:lumMod val="85000"/>
                    <a:lumOff val="15000"/>
                  </a:schemeClr>
                </a:solidFill>
              </a:defRPr>
            </a:lvl4pPr>
            <a:lvl5pPr marL="1828755" indent="0">
              <a:lnSpc>
                <a:spcPct val="120000"/>
              </a:lnSpc>
              <a:buNone/>
              <a:defRPr sz="1000">
                <a:solidFill>
                  <a:schemeClr val="tx1">
                    <a:lumMod val="85000"/>
                    <a:lumOff val="15000"/>
                  </a:schemeClr>
                </a:solidFill>
              </a:defRPr>
            </a:lvl5pPr>
          </a:lstStyle>
          <a:p>
            <a:pPr lvl="0"/>
            <a:r>
              <a:rPr lang="en-US" dirty="0"/>
              <a:t>Click to edit Master text styles</a:t>
            </a:r>
          </a:p>
        </p:txBody>
      </p:sp>
    </p:spTree>
    <p:extLst>
      <p:ext uri="{BB962C8B-B14F-4D97-AF65-F5344CB8AC3E}">
        <p14:creationId xmlns:p14="http://schemas.microsoft.com/office/powerpoint/2010/main" val="1553435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lumn(2)">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7F31A4D2-E7FE-4037-BB0F-7F3541D21692}"/>
              </a:ext>
            </a:extLst>
          </p:cNvPr>
          <p:cNvSpPr/>
          <p:nvPr userDrawn="1"/>
        </p:nvSpPr>
        <p:spPr>
          <a:xfrm>
            <a:off x="0" y="0"/>
            <a:ext cx="5676900" cy="6858000"/>
          </a:xfrm>
          <a:custGeom>
            <a:avLst/>
            <a:gdLst>
              <a:gd name="connsiteX0" fmla="*/ 0 w 5676900"/>
              <a:gd name="connsiteY0" fmla="*/ 0 h 6858000"/>
              <a:gd name="connsiteX1" fmla="*/ 3870984 w 5676900"/>
              <a:gd name="connsiteY1" fmla="*/ 0 h 6858000"/>
              <a:gd name="connsiteX2" fmla="*/ 4006278 w 5676900"/>
              <a:gd name="connsiteY2" fmla="*/ 96210 h 6858000"/>
              <a:gd name="connsiteX3" fmla="*/ 5676900 w 5676900"/>
              <a:gd name="connsiteY3" fmla="*/ 3429000 h 6858000"/>
              <a:gd name="connsiteX4" fmla="*/ 4006278 w 5676900"/>
              <a:gd name="connsiteY4" fmla="*/ 6761790 h 6858000"/>
              <a:gd name="connsiteX5" fmla="*/ 3870983 w 5676900"/>
              <a:gd name="connsiteY5" fmla="*/ 6858000 h 6858000"/>
              <a:gd name="connsiteX6" fmla="*/ 0 w 56769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76900" h="6858000">
                <a:moveTo>
                  <a:pt x="0" y="0"/>
                </a:moveTo>
                <a:lnTo>
                  <a:pt x="3870984" y="0"/>
                </a:lnTo>
                <a:lnTo>
                  <a:pt x="4006278" y="96210"/>
                </a:lnTo>
                <a:cubicBezTo>
                  <a:pt x="5020449" y="854662"/>
                  <a:pt x="5676900" y="2065170"/>
                  <a:pt x="5676900" y="3429000"/>
                </a:cubicBezTo>
                <a:cubicBezTo>
                  <a:pt x="5676900" y="4792830"/>
                  <a:pt x="5020449" y="6003338"/>
                  <a:pt x="4006278" y="6761790"/>
                </a:cubicBezTo>
                <a:lnTo>
                  <a:pt x="3870983"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 name="Title 1">
            <a:extLst>
              <a:ext uri="{FF2B5EF4-FFF2-40B4-BE49-F238E27FC236}">
                <a16:creationId xmlns:a16="http://schemas.microsoft.com/office/drawing/2014/main" id="{9853DE57-F9AC-4BE9-85B5-FE07DAEAADBC}"/>
              </a:ext>
            </a:extLst>
          </p:cNvPr>
          <p:cNvSpPr>
            <a:spLocks noGrp="1"/>
          </p:cNvSpPr>
          <p:nvPr>
            <p:ph type="title"/>
          </p:nvPr>
        </p:nvSpPr>
        <p:spPr>
          <a:xfrm>
            <a:off x="550863" y="1439997"/>
            <a:ext cx="4059237" cy="3978004"/>
          </a:xfrm>
          <a:prstGeom prst="rect">
            <a:avLst/>
          </a:prstGeom>
        </p:spPr>
        <p:txBody>
          <a:bodyPr anchor="ctr"/>
          <a:lstStyle>
            <a:lvl1pPr>
              <a:defRPr>
                <a:solidFill>
                  <a:schemeClr val="tx1">
                    <a:lumMod val="85000"/>
                    <a:lumOff val="15000"/>
                  </a:schemeClr>
                </a:solidFill>
              </a:defRPr>
            </a:lvl1pPr>
          </a:lstStyle>
          <a:p>
            <a:r>
              <a:rPr lang="en-US" dirty="0"/>
              <a:t>Click to edit Master title style</a:t>
            </a:r>
            <a:endParaRPr lang="en-ID" dirty="0"/>
          </a:p>
        </p:txBody>
      </p:sp>
      <p:sp>
        <p:nvSpPr>
          <p:cNvPr id="8" name="Text Placeholder 7">
            <a:extLst>
              <a:ext uri="{FF2B5EF4-FFF2-40B4-BE49-F238E27FC236}">
                <a16:creationId xmlns:a16="http://schemas.microsoft.com/office/drawing/2014/main" id="{D9F9C601-91DE-37CA-F7E5-64317EBCDD7C}"/>
              </a:ext>
            </a:extLst>
          </p:cNvPr>
          <p:cNvSpPr>
            <a:spLocks noGrp="1"/>
          </p:cNvSpPr>
          <p:nvPr>
            <p:ph type="body" sz="quarter" idx="10"/>
          </p:nvPr>
        </p:nvSpPr>
        <p:spPr>
          <a:xfrm>
            <a:off x="6096001" y="2908302"/>
            <a:ext cx="4686300" cy="1835149"/>
          </a:xfrm>
        </p:spPr>
        <p:txBody>
          <a:bodyPr/>
          <a:lstStyle>
            <a:lvl1pPr>
              <a:defRPr b="0"/>
            </a:lvl1pPr>
          </a:lstStyle>
          <a:p>
            <a:pPr lvl="0"/>
            <a:r>
              <a:rPr lang="en-GB" dirty="0"/>
              <a:t>Click to edit Master text styles</a:t>
            </a:r>
          </a:p>
        </p:txBody>
      </p:sp>
      <p:sp>
        <p:nvSpPr>
          <p:cNvPr id="10" name="Text Placeholder 7">
            <a:extLst>
              <a:ext uri="{FF2B5EF4-FFF2-40B4-BE49-F238E27FC236}">
                <a16:creationId xmlns:a16="http://schemas.microsoft.com/office/drawing/2014/main" id="{8AC7C845-1150-C362-D67D-6AD3AD7C904B}"/>
              </a:ext>
            </a:extLst>
          </p:cNvPr>
          <p:cNvSpPr>
            <a:spLocks noGrp="1"/>
          </p:cNvSpPr>
          <p:nvPr>
            <p:ph type="body" sz="quarter" idx="11"/>
          </p:nvPr>
        </p:nvSpPr>
        <p:spPr>
          <a:xfrm>
            <a:off x="6096000" y="2444588"/>
            <a:ext cx="4686300" cy="360000"/>
          </a:xfrm>
        </p:spPr>
        <p:txBody>
          <a:bodyPr>
            <a:normAutofit/>
          </a:bodyPr>
          <a:lstStyle>
            <a:lvl1pPr>
              <a:defRPr sz="1400" b="1"/>
            </a:lvl1pPr>
          </a:lstStyle>
          <a:p>
            <a:pPr lvl="0"/>
            <a:r>
              <a:rPr lang="en-GB" dirty="0"/>
              <a:t>Click to edit Master text styles</a:t>
            </a:r>
          </a:p>
        </p:txBody>
      </p:sp>
      <p:cxnSp>
        <p:nvCxnSpPr>
          <p:cNvPr id="4" name="Straight Connector 3">
            <a:extLst>
              <a:ext uri="{FF2B5EF4-FFF2-40B4-BE49-F238E27FC236}">
                <a16:creationId xmlns:a16="http://schemas.microsoft.com/office/drawing/2014/main" id="{DE788A7F-D472-23EE-5635-C37BC55DC2C0}"/>
              </a:ext>
            </a:extLst>
          </p:cNvPr>
          <p:cNvCxnSpPr>
            <a:cxnSpLocks/>
          </p:cNvCxnSpPr>
          <p:nvPr userDrawn="1"/>
        </p:nvCxnSpPr>
        <p:spPr>
          <a:xfrm flipH="1">
            <a:off x="11099800" y="3429000"/>
            <a:ext cx="54133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10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lumn(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FAA4F31-FF90-45D7-B2DE-4071CF3B0D54}"/>
              </a:ext>
            </a:extLst>
          </p:cNvPr>
          <p:cNvSpPr/>
          <p:nvPr userDrawn="1"/>
        </p:nvSpPr>
        <p:spPr>
          <a:xfrm>
            <a:off x="0" y="0"/>
            <a:ext cx="2267714" cy="2267712"/>
          </a:xfrm>
          <a:custGeom>
            <a:avLst/>
            <a:gdLst>
              <a:gd name="connsiteX0" fmla="*/ 0 w 2267714"/>
              <a:gd name="connsiteY0" fmla="*/ 0 h 2267712"/>
              <a:gd name="connsiteX1" fmla="*/ 2263317 w 2267714"/>
              <a:gd name="connsiteY1" fmla="*/ 0 h 2267712"/>
              <a:gd name="connsiteX2" fmla="*/ 2267714 w 2267714"/>
              <a:gd name="connsiteY2" fmla="*/ 87089 h 2267712"/>
              <a:gd name="connsiteX3" fmla="*/ 87091 w 2267714"/>
              <a:gd name="connsiteY3" fmla="*/ 2267712 h 2267712"/>
              <a:gd name="connsiteX4" fmla="*/ 0 w 2267714"/>
              <a:gd name="connsiteY4" fmla="*/ 2263314 h 2267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7714" h="2267712">
                <a:moveTo>
                  <a:pt x="0" y="0"/>
                </a:moveTo>
                <a:lnTo>
                  <a:pt x="2263317" y="0"/>
                </a:lnTo>
                <a:lnTo>
                  <a:pt x="2267714" y="87089"/>
                </a:lnTo>
                <a:cubicBezTo>
                  <a:pt x="2267714" y="1291414"/>
                  <a:pt x="1291416" y="2267712"/>
                  <a:pt x="87091" y="2267712"/>
                </a:cubicBezTo>
                <a:lnTo>
                  <a:pt x="0" y="226331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 name="Title 1">
            <a:extLst>
              <a:ext uri="{FF2B5EF4-FFF2-40B4-BE49-F238E27FC236}">
                <a16:creationId xmlns:a16="http://schemas.microsoft.com/office/drawing/2014/main" id="{210525E9-84FB-45C6-9CCA-A7C6F12B0446}"/>
              </a:ext>
            </a:extLst>
          </p:cNvPr>
          <p:cNvSpPr>
            <a:spLocks noGrp="1"/>
          </p:cNvSpPr>
          <p:nvPr>
            <p:ph type="title"/>
          </p:nvPr>
        </p:nvSpPr>
        <p:spPr>
          <a:xfrm>
            <a:off x="550863" y="719998"/>
            <a:ext cx="4825137" cy="1994922"/>
          </a:xfrm>
          <a:prstGeom prst="rect">
            <a:avLst/>
          </a:prstGeom>
        </p:spPr>
        <p:txBody>
          <a:bodyPr/>
          <a:lstStyle>
            <a:lvl1pPr>
              <a:defRPr>
                <a:solidFill>
                  <a:schemeClr val="tx1">
                    <a:lumMod val="85000"/>
                    <a:lumOff val="15000"/>
                  </a:schemeClr>
                </a:solidFill>
              </a:defRPr>
            </a:lvl1pPr>
          </a:lstStyle>
          <a:p>
            <a:r>
              <a:rPr lang="en-US" dirty="0"/>
              <a:t>Click to edit Master title style</a:t>
            </a:r>
            <a:endParaRPr lang="en-ID" dirty="0"/>
          </a:p>
        </p:txBody>
      </p:sp>
      <p:sp>
        <p:nvSpPr>
          <p:cNvPr id="10" name="Picture Placeholder 9">
            <a:extLst>
              <a:ext uri="{FF2B5EF4-FFF2-40B4-BE49-F238E27FC236}">
                <a16:creationId xmlns:a16="http://schemas.microsoft.com/office/drawing/2014/main" id="{A562162F-D0C3-47F5-A87A-C7A3A8F0B018}"/>
              </a:ext>
            </a:extLst>
          </p:cNvPr>
          <p:cNvSpPr>
            <a:spLocks noGrp="1"/>
          </p:cNvSpPr>
          <p:nvPr>
            <p:ph type="pic" sz="quarter" idx="10"/>
          </p:nvPr>
        </p:nvSpPr>
        <p:spPr>
          <a:xfrm>
            <a:off x="6096000" y="719998"/>
            <a:ext cx="5376000" cy="5418002"/>
          </a:xfrm>
          <a:prstGeom prst="rect">
            <a:avLst/>
          </a:prstGeom>
          <a:solidFill>
            <a:schemeClr val="accent1">
              <a:lumMod val="20000"/>
              <a:lumOff val="80000"/>
            </a:schemeClr>
          </a:solidFill>
        </p:spPr>
        <p:txBody>
          <a:bodyPr anchor="ctr"/>
          <a:lstStyle>
            <a:lvl1pPr algn="ctr">
              <a:defRPr sz="1200"/>
            </a:lvl1pPr>
          </a:lstStyle>
          <a:p>
            <a:endParaRPr lang="en-ID"/>
          </a:p>
        </p:txBody>
      </p:sp>
      <p:sp>
        <p:nvSpPr>
          <p:cNvPr id="12" name="Text Placeholder 11">
            <a:extLst>
              <a:ext uri="{FF2B5EF4-FFF2-40B4-BE49-F238E27FC236}">
                <a16:creationId xmlns:a16="http://schemas.microsoft.com/office/drawing/2014/main" id="{6FCA19F0-EE92-46AD-8A97-9F77DC05EF40}"/>
              </a:ext>
            </a:extLst>
          </p:cNvPr>
          <p:cNvSpPr>
            <a:spLocks noGrp="1"/>
          </p:cNvSpPr>
          <p:nvPr>
            <p:ph type="body" sz="quarter" idx="11"/>
          </p:nvPr>
        </p:nvSpPr>
        <p:spPr>
          <a:xfrm>
            <a:off x="550863" y="3401634"/>
            <a:ext cx="4825136" cy="360000"/>
          </a:xfrm>
          <a:prstGeom prst="rect">
            <a:avLst/>
          </a:prstGeom>
        </p:spPr>
        <p:txBody>
          <a:bodyPr>
            <a:normAutofit/>
          </a:bodyPr>
          <a:lstStyle>
            <a:lvl1pPr marL="0" indent="0">
              <a:buNone/>
              <a:defRPr sz="1400">
                <a:solidFill>
                  <a:schemeClr val="tx1">
                    <a:lumMod val="85000"/>
                    <a:lumOff val="15000"/>
                  </a:schemeClr>
                </a:solidFill>
              </a:defRPr>
            </a:lvl1pPr>
            <a:lvl2pPr marL="457189" indent="0">
              <a:buNone/>
              <a:defRPr sz="1100">
                <a:solidFill>
                  <a:schemeClr val="tx1">
                    <a:lumMod val="85000"/>
                    <a:lumOff val="15000"/>
                  </a:schemeClr>
                </a:solidFill>
              </a:defRPr>
            </a:lvl2pPr>
            <a:lvl3pPr marL="914377" indent="0">
              <a:buNone/>
              <a:defRPr sz="1050">
                <a:solidFill>
                  <a:schemeClr val="tx1">
                    <a:lumMod val="85000"/>
                    <a:lumOff val="15000"/>
                  </a:schemeClr>
                </a:solidFill>
              </a:defRPr>
            </a:lvl3pPr>
            <a:lvl4pPr marL="1371566" indent="0">
              <a:buNone/>
              <a:defRPr sz="1000">
                <a:solidFill>
                  <a:schemeClr val="tx1">
                    <a:lumMod val="85000"/>
                    <a:lumOff val="15000"/>
                  </a:schemeClr>
                </a:solidFill>
              </a:defRPr>
            </a:lvl4pPr>
            <a:lvl5pPr marL="1828755" indent="0">
              <a:buNone/>
              <a:defRPr sz="1000">
                <a:solidFill>
                  <a:schemeClr val="tx1">
                    <a:lumMod val="85000"/>
                    <a:lumOff val="15000"/>
                  </a:schemeClr>
                </a:solidFill>
              </a:defRPr>
            </a:lvl5pPr>
          </a:lstStyle>
          <a:p>
            <a:pPr lvl="0"/>
            <a:r>
              <a:rPr lang="en-US" dirty="0"/>
              <a:t>Click to edit Master text styles</a:t>
            </a:r>
          </a:p>
        </p:txBody>
      </p:sp>
      <p:sp>
        <p:nvSpPr>
          <p:cNvPr id="3" name="Text Placeholder 11">
            <a:extLst>
              <a:ext uri="{FF2B5EF4-FFF2-40B4-BE49-F238E27FC236}">
                <a16:creationId xmlns:a16="http://schemas.microsoft.com/office/drawing/2014/main" id="{19D57F2C-493B-63FF-DA50-68D384E89829}"/>
              </a:ext>
            </a:extLst>
          </p:cNvPr>
          <p:cNvSpPr>
            <a:spLocks noGrp="1"/>
          </p:cNvSpPr>
          <p:nvPr>
            <p:ph type="body" sz="quarter" idx="12"/>
          </p:nvPr>
        </p:nvSpPr>
        <p:spPr>
          <a:xfrm>
            <a:off x="550864" y="3801034"/>
            <a:ext cx="4825136" cy="2336965"/>
          </a:xfrm>
          <a:prstGeom prst="rect">
            <a:avLst/>
          </a:prstGeom>
        </p:spPr>
        <p:txBody>
          <a:bodyPr>
            <a:normAutofit/>
          </a:bodyPr>
          <a:lstStyle>
            <a:lvl1pPr marL="0" indent="0">
              <a:buNone/>
              <a:defRPr sz="1200" b="0">
                <a:solidFill>
                  <a:schemeClr val="tx1">
                    <a:lumMod val="85000"/>
                    <a:lumOff val="15000"/>
                  </a:schemeClr>
                </a:solidFill>
              </a:defRPr>
            </a:lvl1pPr>
            <a:lvl2pPr marL="457189" indent="0">
              <a:buNone/>
              <a:defRPr sz="1100">
                <a:solidFill>
                  <a:schemeClr val="tx1">
                    <a:lumMod val="85000"/>
                    <a:lumOff val="15000"/>
                  </a:schemeClr>
                </a:solidFill>
              </a:defRPr>
            </a:lvl2pPr>
            <a:lvl3pPr marL="914377" indent="0">
              <a:buNone/>
              <a:defRPr sz="1050">
                <a:solidFill>
                  <a:schemeClr val="tx1">
                    <a:lumMod val="85000"/>
                    <a:lumOff val="15000"/>
                  </a:schemeClr>
                </a:solidFill>
              </a:defRPr>
            </a:lvl3pPr>
            <a:lvl4pPr marL="1371566" indent="0">
              <a:buNone/>
              <a:defRPr sz="1000">
                <a:solidFill>
                  <a:schemeClr val="tx1">
                    <a:lumMod val="85000"/>
                    <a:lumOff val="15000"/>
                  </a:schemeClr>
                </a:solidFill>
              </a:defRPr>
            </a:lvl4pPr>
            <a:lvl5pPr marL="1828755" indent="0">
              <a:buNone/>
              <a:defRPr sz="1000">
                <a:solidFill>
                  <a:schemeClr val="tx1">
                    <a:lumMod val="85000"/>
                    <a:lumOff val="15000"/>
                  </a:schemeClr>
                </a:solidFill>
              </a:defRPr>
            </a:lvl5pPr>
          </a:lstStyle>
          <a:p>
            <a:pPr lvl="0"/>
            <a:r>
              <a:rPr lang="en-US" dirty="0"/>
              <a:t>Click to edit Master text styles</a:t>
            </a:r>
          </a:p>
        </p:txBody>
      </p:sp>
    </p:spTree>
    <p:extLst>
      <p:ext uri="{BB962C8B-B14F-4D97-AF65-F5344CB8AC3E}">
        <p14:creationId xmlns:p14="http://schemas.microsoft.com/office/powerpoint/2010/main" val="1237106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olumns(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D1D2B-1803-7A82-2F23-2D10AA7F8253}"/>
              </a:ext>
            </a:extLst>
          </p:cNvPr>
          <p:cNvSpPr>
            <a:spLocks noGrp="1"/>
          </p:cNvSpPr>
          <p:nvPr>
            <p:ph type="title"/>
          </p:nvPr>
        </p:nvSpPr>
        <p:spPr>
          <a:xfrm>
            <a:off x="550862" y="549275"/>
            <a:ext cx="6952179" cy="2879725"/>
          </a:xfrm>
          <a:prstGeom prst="rect">
            <a:avLst/>
          </a:prstGeom>
        </p:spPr>
        <p:txBody>
          <a:bodyPr anchor="t"/>
          <a:lstStyle>
            <a:lvl1pPr>
              <a:defRPr>
                <a:solidFill>
                  <a:schemeClr val="tx1">
                    <a:lumMod val="85000"/>
                    <a:lumOff val="15000"/>
                  </a:schemeClr>
                </a:solidFill>
              </a:defRPr>
            </a:lvl1pPr>
          </a:lstStyle>
          <a:p>
            <a:r>
              <a:rPr lang="en-US" dirty="0"/>
              <a:t>Click to edit Master title style</a:t>
            </a:r>
            <a:endParaRPr lang="en-ID" dirty="0"/>
          </a:p>
        </p:txBody>
      </p:sp>
      <p:sp>
        <p:nvSpPr>
          <p:cNvPr id="4" name="Picture Placeholder 3">
            <a:extLst>
              <a:ext uri="{FF2B5EF4-FFF2-40B4-BE49-F238E27FC236}">
                <a16:creationId xmlns:a16="http://schemas.microsoft.com/office/drawing/2014/main" id="{3D4C5CF9-10AA-8747-7064-6A925F453B05}"/>
              </a:ext>
            </a:extLst>
          </p:cNvPr>
          <p:cNvSpPr>
            <a:spLocks noGrp="1"/>
          </p:cNvSpPr>
          <p:nvPr>
            <p:ph type="pic" sz="quarter" idx="10"/>
          </p:nvPr>
        </p:nvSpPr>
        <p:spPr>
          <a:xfrm>
            <a:off x="550862" y="3429000"/>
            <a:ext cx="6952179" cy="3429000"/>
          </a:xfrm>
          <a:prstGeom prst="rect">
            <a:avLst/>
          </a:prstGeom>
          <a:solidFill>
            <a:schemeClr val="accent1">
              <a:lumMod val="20000"/>
              <a:lumOff val="80000"/>
            </a:schemeClr>
          </a:solidFill>
        </p:spPr>
        <p:txBody>
          <a:bodyPr anchor="ctr"/>
          <a:lstStyle>
            <a:lvl1pPr marL="0" indent="0" algn="ctr">
              <a:buNone/>
              <a:defRPr sz="1400"/>
            </a:lvl1pPr>
          </a:lstStyle>
          <a:p>
            <a:endParaRPr lang="en-ID"/>
          </a:p>
        </p:txBody>
      </p:sp>
      <p:sp>
        <p:nvSpPr>
          <p:cNvPr id="5" name="Text Placeholder 5">
            <a:extLst>
              <a:ext uri="{FF2B5EF4-FFF2-40B4-BE49-F238E27FC236}">
                <a16:creationId xmlns:a16="http://schemas.microsoft.com/office/drawing/2014/main" id="{CF421A03-EBB9-E8A0-A75A-B02C2B24E471}"/>
              </a:ext>
            </a:extLst>
          </p:cNvPr>
          <p:cNvSpPr>
            <a:spLocks noGrp="1"/>
          </p:cNvSpPr>
          <p:nvPr>
            <p:ph type="body" sz="quarter" idx="12"/>
          </p:nvPr>
        </p:nvSpPr>
        <p:spPr>
          <a:xfrm>
            <a:off x="8053905" y="549275"/>
            <a:ext cx="3587236" cy="360000"/>
          </a:xfrm>
          <a:prstGeom prst="rect">
            <a:avLst/>
          </a:prstGeom>
        </p:spPr>
        <p:txBody>
          <a:bodyPr anchor="ctr">
            <a:normAutofit/>
          </a:bodyPr>
          <a:lstStyle>
            <a:lvl1pPr marL="0" indent="0" algn="l">
              <a:lnSpc>
                <a:spcPct val="120000"/>
              </a:lnSpc>
              <a:buNone/>
              <a:defRPr sz="1400">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6" name="Text Placeholder 5">
            <a:extLst>
              <a:ext uri="{FF2B5EF4-FFF2-40B4-BE49-F238E27FC236}">
                <a16:creationId xmlns:a16="http://schemas.microsoft.com/office/drawing/2014/main" id="{E620C953-7D7C-35D3-0E62-253A6D9C6299}"/>
              </a:ext>
            </a:extLst>
          </p:cNvPr>
          <p:cNvSpPr>
            <a:spLocks noGrp="1"/>
          </p:cNvSpPr>
          <p:nvPr>
            <p:ph type="body" sz="quarter" idx="13"/>
          </p:nvPr>
        </p:nvSpPr>
        <p:spPr>
          <a:xfrm>
            <a:off x="8053904" y="955674"/>
            <a:ext cx="3587236" cy="2314016"/>
          </a:xfrm>
          <a:prstGeom prst="rect">
            <a:avLst/>
          </a:prstGeom>
        </p:spPr>
        <p:txBody>
          <a:bodyPr anchor="t">
            <a:normAutofit/>
          </a:bodyPr>
          <a:lstStyle>
            <a:lvl1pPr marL="0" indent="0" algn="l">
              <a:lnSpc>
                <a:spcPct val="120000"/>
              </a:lnSpc>
              <a:buNone/>
              <a:defRPr sz="1200" b="0">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16" name="Text Placeholder 5">
            <a:extLst>
              <a:ext uri="{FF2B5EF4-FFF2-40B4-BE49-F238E27FC236}">
                <a16:creationId xmlns:a16="http://schemas.microsoft.com/office/drawing/2014/main" id="{D047D360-931B-4B02-DF7F-22B40E3F0FAF}"/>
              </a:ext>
            </a:extLst>
          </p:cNvPr>
          <p:cNvSpPr>
            <a:spLocks noGrp="1"/>
          </p:cNvSpPr>
          <p:nvPr>
            <p:ph type="body" sz="quarter" idx="14"/>
          </p:nvPr>
        </p:nvSpPr>
        <p:spPr>
          <a:xfrm>
            <a:off x="8053903" y="3589059"/>
            <a:ext cx="3587236" cy="360000"/>
          </a:xfrm>
          <a:prstGeom prst="rect">
            <a:avLst/>
          </a:prstGeom>
        </p:spPr>
        <p:txBody>
          <a:bodyPr anchor="ctr">
            <a:normAutofit/>
          </a:bodyPr>
          <a:lstStyle>
            <a:lvl1pPr marL="0" indent="0" algn="l">
              <a:lnSpc>
                <a:spcPct val="120000"/>
              </a:lnSpc>
              <a:buNone/>
              <a:defRPr sz="1400">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17" name="Text Placeholder 5">
            <a:extLst>
              <a:ext uri="{FF2B5EF4-FFF2-40B4-BE49-F238E27FC236}">
                <a16:creationId xmlns:a16="http://schemas.microsoft.com/office/drawing/2014/main" id="{FC03BD29-6455-7ADC-E781-64D001078BE5}"/>
              </a:ext>
            </a:extLst>
          </p:cNvPr>
          <p:cNvSpPr>
            <a:spLocks noGrp="1"/>
          </p:cNvSpPr>
          <p:nvPr>
            <p:ph type="body" sz="quarter" idx="15"/>
          </p:nvPr>
        </p:nvSpPr>
        <p:spPr>
          <a:xfrm>
            <a:off x="8053902" y="3994710"/>
            <a:ext cx="3587236" cy="2314016"/>
          </a:xfrm>
          <a:prstGeom prst="rect">
            <a:avLst/>
          </a:prstGeom>
        </p:spPr>
        <p:txBody>
          <a:bodyPr anchor="t">
            <a:normAutofit/>
          </a:bodyPr>
          <a:lstStyle>
            <a:lvl1pPr marL="0" indent="0" algn="l">
              <a:lnSpc>
                <a:spcPct val="120000"/>
              </a:lnSpc>
              <a:buNone/>
              <a:defRPr sz="1200" b="0">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spTree>
    <p:extLst>
      <p:ext uri="{BB962C8B-B14F-4D97-AF65-F5344CB8AC3E}">
        <p14:creationId xmlns:p14="http://schemas.microsoft.com/office/powerpoint/2010/main" val="3951271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olumns(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ED0F9B-1932-6896-466C-D64BA828EC15}"/>
              </a:ext>
            </a:extLst>
          </p:cNvPr>
          <p:cNvSpPr/>
          <p:nvPr userDrawn="1"/>
        </p:nvSpPr>
        <p:spPr>
          <a:xfrm>
            <a:off x="6096001" y="3429000"/>
            <a:ext cx="6096000" cy="3429000"/>
          </a:xfrm>
          <a:prstGeom prst="rect">
            <a:avLst/>
          </a:prstGeom>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2" name="Title 1">
            <a:extLst>
              <a:ext uri="{FF2B5EF4-FFF2-40B4-BE49-F238E27FC236}">
                <a16:creationId xmlns:a16="http://schemas.microsoft.com/office/drawing/2014/main" id="{788C0BAD-62F8-8DBF-08BD-F3D4D231474E}"/>
              </a:ext>
            </a:extLst>
          </p:cNvPr>
          <p:cNvSpPr>
            <a:spLocks noGrp="1"/>
          </p:cNvSpPr>
          <p:nvPr>
            <p:ph type="title"/>
          </p:nvPr>
        </p:nvSpPr>
        <p:spPr>
          <a:xfrm>
            <a:off x="550863" y="549275"/>
            <a:ext cx="5545137" cy="2330450"/>
          </a:xfrm>
          <a:prstGeom prst="rect">
            <a:avLst/>
          </a:prstGeom>
        </p:spPr>
        <p:txBody>
          <a:bodyPr anchor="ctr"/>
          <a:lstStyle>
            <a:lvl1pPr algn="l">
              <a:defRPr>
                <a:solidFill>
                  <a:schemeClr val="tx1">
                    <a:lumMod val="85000"/>
                    <a:lumOff val="15000"/>
                  </a:schemeClr>
                </a:solidFill>
              </a:defRPr>
            </a:lvl1pPr>
          </a:lstStyle>
          <a:p>
            <a:r>
              <a:rPr lang="en-US" dirty="0"/>
              <a:t>Click to edit Master title style</a:t>
            </a:r>
            <a:endParaRPr lang="en-ID" dirty="0"/>
          </a:p>
        </p:txBody>
      </p:sp>
      <p:sp>
        <p:nvSpPr>
          <p:cNvPr id="4" name="Text Placeholder 5">
            <a:extLst>
              <a:ext uri="{FF2B5EF4-FFF2-40B4-BE49-F238E27FC236}">
                <a16:creationId xmlns:a16="http://schemas.microsoft.com/office/drawing/2014/main" id="{FF15D25B-820B-156A-3645-D86E2556A8DA}"/>
              </a:ext>
            </a:extLst>
          </p:cNvPr>
          <p:cNvSpPr>
            <a:spLocks noGrp="1"/>
          </p:cNvSpPr>
          <p:nvPr>
            <p:ph type="body" sz="quarter" idx="12"/>
          </p:nvPr>
        </p:nvSpPr>
        <p:spPr>
          <a:xfrm>
            <a:off x="550863" y="4413250"/>
            <a:ext cx="4994274" cy="1895474"/>
          </a:xfrm>
          <a:prstGeom prst="rect">
            <a:avLst/>
          </a:prstGeom>
        </p:spPr>
        <p:txBody>
          <a:bodyPr anchor="t">
            <a:normAutofit/>
          </a:bodyPr>
          <a:lstStyle>
            <a:lvl1pPr marL="0" indent="0" algn="l">
              <a:lnSpc>
                <a:spcPct val="120000"/>
              </a:lnSpc>
              <a:buNone/>
              <a:defRPr sz="1200" b="0">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cxnSp>
        <p:nvCxnSpPr>
          <p:cNvPr id="7" name="Straight Connector 6">
            <a:extLst>
              <a:ext uri="{FF2B5EF4-FFF2-40B4-BE49-F238E27FC236}">
                <a16:creationId xmlns:a16="http://schemas.microsoft.com/office/drawing/2014/main" id="{D5453C8F-F0F1-1099-79AA-AF1ACBB99C77}"/>
              </a:ext>
            </a:extLst>
          </p:cNvPr>
          <p:cNvCxnSpPr>
            <a:cxnSpLocks/>
          </p:cNvCxnSpPr>
          <p:nvPr userDrawn="1"/>
        </p:nvCxnSpPr>
        <p:spPr>
          <a:xfrm flipH="1">
            <a:off x="0" y="3429000"/>
            <a:ext cx="622004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122764C-29F8-352B-1FEF-C94B5FF717FB}"/>
              </a:ext>
            </a:extLst>
          </p:cNvPr>
          <p:cNvCxnSpPr>
            <a:cxnSpLocks/>
          </p:cNvCxnSpPr>
          <p:nvPr userDrawn="1"/>
        </p:nvCxnSpPr>
        <p:spPr>
          <a:xfrm flipV="1">
            <a:off x="6096001" y="0"/>
            <a:ext cx="0" cy="34290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A0730728-BA5D-6ABE-8950-B7C4CD061277}"/>
              </a:ext>
            </a:extLst>
          </p:cNvPr>
          <p:cNvSpPr>
            <a:spLocks noGrp="1"/>
          </p:cNvSpPr>
          <p:nvPr>
            <p:ph type="body" sz="quarter" idx="15"/>
          </p:nvPr>
        </p:nvSpPr>
        <p:spPr>
          <a:xfrm>
            <a:off x="550863" y="3978274"/>
            <a:ext cx="4994274" cy="360000"/>
          </a:xfrm>
          <a:prstGeom prst="rect">
            <a:avLst/>
          </a:prstGeom>
        </p:spPr>
        <p:txBody>
          <a:bodyPr anchor="t">
            <a:normAutofit/>
          </a:bodyPr>
          <a:lstStyle>
            <a:lvl1pPr marL="0" indent="0" algn="l">
              <a:lnSpc>
                <a:spcPct val="120000"/>
              </a:lnSpc>
              <a:buNone/>
              <a:defRPr sz="1400" b="1">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10" name="Text Placeholder 5">
            <a:extLst>
              <a:ext uri="{FF2B5EF4-FFF2-40B4-BE49-F238E27FC236}">
                <a16:creationId xmlns:a16="http://schemas.microsoft.com/office/drawing/2014/main" id="{54D69608-7CD7-CDA4-432C-F440FF357638}"/>
              </a:ext>
            </a:extLst>
          </p:cNvPr>
          <p:cNvSpPr>
            <a:spLocks noGrp="1"/>
          </p:cNvSpPr>
          <p:nvPr>
            <p:ph type="body" sz="quarter" idx="16"/>
          </p:nvPr>
        </p:nvSpPr>
        <p:spPr>
          <a:xfrm>
            <a:off x="6646866" y="4413250"/>
            <a:ext cx="4994274" cy="1893420"/>
          </a:xfrm>
          <a:prstGeom prst="rect">
            <a:avLst/>
          </a:prstGeom>
        </p:spPr>
        <p:txBody>
          <a:bodyPr anchor="t">
            <a:normAutofit/>
          </a:bodyPr>
          <a:lstStyle>
            <a:lvl1pPr marL="0" indent="0" algn="l">
              <a:lnSpc>
                <a:spcPct val="120000"/>
              </a:lnSpc>
              <a:buNone/>
              <a:defRPr sz="1200" b="0">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11" name="Text Placeholder 5">
            <a:extLst>
              <a:ext uri="{FF2B5EF4-FFF2-40B4-BE49-F238E27FC236}">
                <a16:creationId xmlns:a16="http://schemas.microsoft.com/office/drawing/2014/main" id="{0292190A-DFB1-DD0F-F6CF-B573B68D374A}"/>
              </a:ext>
            </a:extLst>
          </p:cNvPr>
          <p:cNvSpPr>
            <a:spLocks noGrp="1"/>
          </p:cNvSpPr>
          <p:nvPr>
            <p:ph type="body" sz="quarter" idx="17"/>
          </p:nvPr>
        </p:nvSpPr>
        <p:spPr>
          <a:xfrm>
            <a:off x="6646866" y="3976220"/>
            <a:ext cx="4994274" cy="360000"/>
          </a:xfrm>
          <a:prstGeom prst="rect">
            <a:avLst/>
          </a:prstGeom>
        </p:spPr>
        <p:txBody>
          <a:bodyPr anchor="t">
            <a:noAutofit/>
          </a:bodyPr>
          <a:lstStyle>
            <a:lvl1pPr marL="0" indent="0" algn="l">
              <a:lnSpc>
                <a:spcPct val="120000"/>
              </a:lnSpc>
              <a:buNone/>
              <a:defRPr sz="1400" b="1">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12" name="Text Placeholder 5">
            <a:extLst>
              <a:ext uri="{FF2B5EF4-FFF2-40B4-BE49-F238E27FC236}">
                <a16:creationId xmlns:a16="http://schemas.microsoft.com/office/drawing/2014/main" id="{50E931C2-A398-6AE3-BE1F-0BDF8CDBD74C}"/>
              </a:ext>
            </a:extLst>
          </p:cNvPr>
          <p:cNvSpPr>
            <a:spLocks noGrp="1"/>
          </p:cNvSpPr>
          <p:nvPr>
            <p:ph type="body" sz="quarter" idx="18"/>
          </p:nvPr>
        </p:nvSpPr>
        <p:spPr>
          <a:xfrm>
            <a:off x="6646863" y="986304"/>
            <a:ext cx="4994274" cy="1893420"/>
          </a:xfrm>
          <a:prstGeom prst="rect">
            <a:avLst/>
          </a:prstGeom>
        </p:spPr>
        <p:txBody>
          <a:bodyPr anchor="t">
            <a:normAutofit/>
          </a:bodyPr>
          <a:lstStyle>
            <a:lvl1pPr marL="0" indent="0" algn="l">
              <a:lnSpc>
                <a:spcPct val="120000"/>
              </a:lnSpc>
              <a:buNone/>
              <a:defRPr sz="1200" b="0">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13" name="Text Placeholder 5">
            <a:extLst>
              <a:ext uri="{FF2B5EF4-FFF2-40B4-BE49-F238E27FC236}">
                <a16:creationId xmlns:a16="http://schemas.microsoft.com/office/drawing/2014/main" id="{13867C3F-EB64-F016-29BE-C89F700C3FF8}"/>
              </a:ext>
            </a:extLst>
          </p:cNvPr>
          <p:cNvSpPr>
            <a:spLocks noGrp="1"/>
          </p:cNvSpPr>
          <p:nvPr>
            <p:ph type="body" sz="quarter" idx="19"/>
          </p:nvPr>
        </p:nvSpPr>
        <p:spPr>
          <a:xfrm>
            <a:off x="6646863" y="549274"/>
            <a:ext cx="4994274" cy="360000"/>
          </a:xfrm>
          <a:prstGeom prst="rect">
            <a:avLst/>
          </a:prstGeom>
        </p:spPr>
        <p:txBody>
          <a:bodyPr anchor="t">
            <a:noAutofit/>
          </a:bodyPr>
          <a:lstStyle>
            <a:lvl1pPr marL="0" indent="0" algn="l">
              <a:lnSpc>
                <a:spcPct val="120000"/>
              </a:lnSpc>
              <a:buNone/>
              <a:defRPr sz="1400" b="1">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spTree>
    <p:extLst>
      <p:ext uri="{BB962C8B-B14F-4D97-AF65-F5344CB8AC3E}">
        <p14:creationId xmlns:p14="http://schemas.microsoft.com/office/powerpoint/2010/main" val="264418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lumn(4)">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71230AE0-6C7F-4620-8410-EFE6D1DFE7CE}"/>
              </a:ext>
            </a:extLst>
          </p:cNvPr>
          <p:cNvSpPr/>
          <p:nvPr userDrawn="1"/>
        </p:nvSpPr>
        <p:spPr>
          <a:xfrm rot="10800000">
            <a:off x="5883268" y="549274"/>
            <a:ext cx="6308731" cy="6308725"/>
          </a:xfrm>
          <a:custGeom>
            <a:avLst/>
            <a:gdLst>
              <a:gd name="connsiteX0" fmla="*/ 0 w 2267714"/>
              <a:gd name="connsiteY0" fmla="*/ 0 h 2267712"/>
              <a:gd name="connsiteX1" fmla="*/ 2263317 w 2267714"/>
              <a:gd name="connsiteY1" fmla="*/ 0 h 2267712"/>
              <a:gd name="connsiteX2" fmla="*/ 2267714 w 2267714"/>
              <a:gd name="connsiteY2" fmla="*/ 87089 h 2267712"/>
              <a:gd name="connsiteX3" fmla="*/ 87091 w 2267714"/>
              <a:gd name="connsiteY3" fmla="*/ 2267712 h 2267712"/>
              <a:gd name="connsiteX4" fmla="*/ 0 w 2267714"/>
              <a:gd name="connsiteY4" fmla="*/ 2263314 h 2267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7714" h="2267712">
                <a:moveTo>
                  <a:pt x="0" y="0"/>
                </a:moveTo>
                <a:lnTo>
                  <a:pt x="2263317" y="0"/>
                </a:lnTo>
                <a:lnTo>
                  <a:pt x="2267714" y="87089"/>
                </a:lnTo>
                <a:cubicBezTo>
                  <a:pt x="2267714" y="1291414"/>
                  <a:pt x="1291416" y="2267712"/>
                  <a:pt x="87091" y="2267712"/>
                </a:cubicBezTo>
                <a:lnTo>
                  <a:pt x="0" y="226331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2" name="Title 1">
            <a:extLst>
              <a:ext uri="{FF2B5EF4-FFF2-40B4-BE49-F238E27FC236}">
                <a16:creationId xmlns:a16="http://schemas.microsoft.com/office/drawing/2014/main" id="{510FE9F7-C154-4314-AE66-194623BD340D}"/>
              </a:ext>
            </a:extLst>
          </p:cNvPr>
          <p:cNvSpPr>
            <a:spLocks noGrp="1"/>
          </p:cNvSpPr>
          <p:nvPr>
            <p:ph type="title"/>
          </p:nvPr>
        </p:nvSpPr>
        <p:spPr>
          <a:xfrm>
            <a:off x="550864" y="549275"/>
            <a:ext cx="5332405" cy="2879725"/>
          </a:xfrm>
          <a:prstGeom prst="rect">
            <a:avLst/>
          </a:prstGeom>
        </p:spPr>
        <p:txBody>
          <a:bodyPr anchor="b"/>
          <a:lstStyle>
            <a:lvl1pPr>
              <a:defRPr>
                <a:solidFill>
                  <a:schemeClr val="tx1">
                    <a:lumMod val="85000"/>
                    <a:lumOff val="15000"/>
                  </a:schemeClr>
                </a:solidFill>
              </a:defRPr>
            </a:lvl1pPr>
          </a:lstStyle>
          <a:p>
            <a:r>
              <a:rPr lang="en-US" dirty="0"/>
              <a:t>Click to edit Master title style</a:t>
            </a:r>
            <a:endParaRPr lang="en-ID" dirty="0"/>
          </a:p>
        </p:txBody>
      </p:sp>
      <p:sp>
        <p:nvSpPr>
          <p:cNvPr id="5" name="Text Placeholder 5">
            <a:extLst>
              <a:ext uri="{FF2B5EF4-FFF2-40B4-BE49-F238E27FC236}">
                <a16:creationId xmlns:a16="http://schemas.microsoft.com/office/drawing/2014/main" id="{CA482F9F-1C6B-D116-4A91-3496683445D0}"/>
              </a:ext>
            </a:extLst>
          </p:cNvPr>
          <p:cNvSpPr>
            <a:spLocks noGrp="1"/>
          </p:cNvSpPr>
          <p:nvPr>
            <p:ph type="body" sz="quarter" idx="12"/>
          </p:nvPr>
        </p:nvSpPr>
        <p:spPr>
          <a:xfrm>
            <a:off x="550863" y="4152899"/>
            <a:ext cx="5332406" cy="1985099"/>
          </a:xfrm>
          <a:prstGeom prst="rect">
            <a:avLst/>
          </a:prstGeom>
        </p:spPr>
        <p:txBody>
          <a:bodyPr anchor="t">
            <a:normAutofit/>
          </a:bodyPr>
          <a:lstStyle>
            <a:lvl1pPr marL="0" indent="0" algn="l">
              <a:lnSpc>
                <a:spcPct val="120000"/>
              </a:lnSpc>
              <a:buNone/>
              <a:defRPr sz="1200" b="0">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sp>
        <p:nvSpPr>
          <p:cNvPr id="6" name="Text Placeholder 5">
            <a:extLst>
              <a:ext uri="{FF2B5EF4-FFF2-40B4-BE49-F238E27FC236}">
                <a16:creationId xmlns:a16="http://schemas.microsoft.com/office/drawing/2014/main" id="{A64D6732-7D26-F6D0-37F1-72DEBAEC7991}"/>
              </a:ext>
            </a:extLst>
          </p:cNvPr>
          <p:cNvSpPr>
            <a:spLocks noGrp="1"/>
          </p:cNvSpPr>
          <p:nvPr>
            <p:ph type="body" sz="quarter" idx="15"/>
          </p:nvPr>
        </p:nvSpPr>
        <p:spPr>
          <a:xfrm>
            <a:off x="550863" y="3722329"/>
            <a:ext cx="5332406" cy="360000"/>
          </a:xfrm>
          <a:prstGeom prst="rect">
            <a:avLst/>
          </a:prstGeom>
        </p:spPr>
        <p:txBody>
          <a:bodyPr anchor="t">
            <a:noAutofit/>
          </a:bodyPr>
          <a:lstStyle>
            <a:lvl1pPr marL="0" indent="0" algn="l">
              <a:lnSpc>
                <a:spcPct val="120000"/>
              </a:lnSpc>
              <a:buNone/>
              <a:defRPr sz="1400" b="1">
                <a:solidFill>
                  <a:schemeClr val="tx1">
                    <a:lumMod val="85000"/>
                    <a:lumOff val="15000"/>
                  </a:schemeClr>
                </a:solidFill>
              </a:defRPr>
            </a:lvl1pPr>
            <a:lvl2pPr marL="457189" indent="0" algn="l">
              <a:lnSpc>
                <a:spcPct val="120000"/>
              </a:lnSpc>
              <a:buNone/>
              <a:defRPr sz="1100">
                <a:solidFill>
                  <a:schemeClr val="tx1">
                    <a:lumMod val="85000"/>
                    <a:lumOff val="15000"/>
                  </a:schemeClr>
                </a:solidFill>
              </a:defRPr>
            </a:lvl2pPr>
            <a:lvl3pPr marL="914377" indent="0" algn="l">
              <a:lnSpc>
                <a:spcPct val="120000"/>
              </a:lnSpc>
              <a:buNone/>
              <a:defRPr sz="1050">
                <a:solidFill>
                  <a:schemeClr val="tx1">
                    <a:lumMod val="85000"/>
                    <a:lumOff val="15000"/>
                  </a:schemeClr>
                </a:solidFill>
              </a:defRPr>
            </a:lvl3pPr>
            <a:lvl4pPr marL="1371566" indent="0" algn="l">
              <a:lnSpc>
                <a:spcPct val="120000"/>
              </a:lnSpc>
              <a:buNone/>
              <a:defRPr sz="1000">
                <a:solidFill>
                  <a:schemeClr val="tx1">
                    <a:lumMod val="85000"/>
                    <a:lumOff val="15000"/>
                  </a:schemeClr>
                </a:solidFill>
              </a:defRPr>
            </a:lvl4pPr>
            <a:lvl5pPr marL="1828755" indent="0" algn="l">
              <a:lnSpc>
                <a:spcPct val="120000"/>
              </a:lnSpc>
              <a:buNone/>
              <a:defRPr sz="1000">
                <a:solidFill>
                  <a:schemeClr val="tx1">
                    <a:lumMod val="85000"/>
                    <a:lumOff val="15000"/>
                  </a:schemeClr>
                </a:solidFill>
              </a:defRPr>
            </a:lvl5pPr>
          </a:lstStyle>
          <a:p>
            <a:pPr lvl="0"/>
            <a:r>
              <a:rPr lang="en-US" dirty="0"/>
              <a:t>Click to edit Master text styles</a:t>
            </a:r>
          </a:p>
        </p:txBody>
      </p:sp>
    </p:spTree>
    <p:extLst>
      <p:ext uri="{BB962C8B-B14F-4D97-AF65-F5344CB8AC3E}">
        <p14:creationId xmlns:p14="http://schemas.microsoft.com/office/powerpoint/2010/main" val="2232986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7704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B007BF-E263-AE3C-4FA9-87F818A2EE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7C2CF-A720-A8D1-42F3-A3DA185BEF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4F0FFC-D20F-EDE0-30D4-F8DBD3D603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0F9AA9-A8AF-4519-A5A1-E76DEE24EA2F}" type="datetimeFigureOut">
              <a:rPr lang="en-IN" smtClean="0"/>
              <a:t>25-11-2024</a:t>
            </a:fld>
            <a:endParaRPr lang="en-IN"/>
          </a:p>
        </p:txBody>
      </p:sp>
      <p:sp>
        <p:nvSpPr>
          <p:cNvPr id="5" name="Footer Placeholder 4">
            <a:extLst>
              <a:ext uri="{FF2B5EF4-FFF2-40B4-BE49-F238E27FC236}">
                <a16:creationId xmlns:a16="http://schemas.microsoft.com/office/drawing/2014/main" id="{B47B5290-E2E6-A7AF-889A-B3EE0EAAEB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FE87558-9737-EBC1-487E-66C1178B79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A601AE-3420-415C-92EE-81F77DBE63AB}" type="slidenum">
              <a:rPr lang="en-IN" smtClean="0"/>
              <a:t>‹#›</a:t>
            </a:fld>
            <a:endParaRPr lang="en-IN"/>
          </a:p>
        </p:txBody>
      </p:sp>
    </p:spTree>
    <p:extLst>
      <p:ext uri="{BB962C8B-B14F-4D97-AF65-F5344CB8AC3E}">
        <p14:creationId xmlns:p14="http://schemas.microsoft.com/office/powerpoint/2010/main" val="1150234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ECAB1D-7C61-B1A0-AB2C-B508F78900A7}"/>
              </a:ext>
            </a:extLst>
          </p:cNvPr>
          <p:cNvSpPr>
            <a:spLocks noGrp="1"/>
          </p:cNvSpPr>
          <p:nvPr>
            <p:ph type="title"/>
          </p:nvPr>
        </p:nvSpPr>
        <p:spPr>
          <a:xfrm>
            <a:off x="550862" y="549275"/>
            <a:ext cx="11090276" cy="1325563"/>
          </a:xfrm>
          <a:prstGeom prst="rect">
            <a:avLst/>
          </a:prstGeom>
        </p:spPr>
        <p:txBody>
          <a:bodyPr vert="horz" lIns="91440" tIns="45720" rIns="91440" bIns="45720" rtlCol="0" anchor="ctr">
            <a:normAutofit/>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9FD98A34-8A43-A6AC-9593-C4AE4F032ACD}"/>
              </a:ext>
            </a:extLst>
          </p:cNvPr>
          <p:cNvSpPr>
            <a:spLocks noGrp="1"/>
          </p:cNvSpPr>
          <p:nvPr>
            <p:ph type="body" idx="1"/>
          </p:nvPr>
        </p:nvSpPr>
        <p:spPr>
          <a:xfrm>
            <a:off x="550862" y="1874838"/>
            <a:ext cx="11090276" cy="4433887"/>
          </a:xfrm>
          <a:prstGeom prst="rect">
            <a:avLst/>
          </a:prstGeom>
        </p:spPr>
        <p:txBody>
          <a:bodyPr vert="horz" lIns="91440" tIns="45720" rIns="91440" bIns="45720" rtlCol="0">
            <a:normAutofit/>
          </a:bodyPr>
          <a:lstStyle/>
          <a:p>
            <a:pPr lvl="0"/>
            <a:r>
              <a:rPr lang="en-US" dirty="0"/>
              <a:t>Click to edit Master text styles</a:t>
            </a:r>
          </a:p>
          <a:p>
            <a:pPr lvl="1"/>
            <a:r>
              <a:rPr lang="en-US" dirty="0"/>
              <a:t>Click to edit Master text styles</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3486867614"/>
      </p:ext>
    </p:extLst>
  </p:cSld>
  <p:clrMap bg1="lt1" tx1="dk1" bg2="lt2" tx2="dk2" accent1="accent1" accent2="accent2" accent3="accent3" accent4="accent4" accent5="accent5" accent6="accent6" hlink="hlink" folHlink="folHlink"/>
  <p:sldLayoutIdLst>
    <p:sldLayoutId id="2147483794" r:id="rId1"/>
    <p:sldLayoutId id="2147483805" r:id="rId2"/>
    <p:sldLayoutId id="2147483809" r:id="rId3"/>
    <p:sldLayoutId id="2147483811" r:id="rId4"/>
    <p:sldLayoutId id="2147483814" r:id="rId5"/>
    <p:sldLayoutId id="2147483817" r:id="rId6"/>
    <p:sldLayoutId id="2147483850" r:id="rId7"/>
    <p:sldLayoutId id="2147483851" r:id="rId8"/>
    <p:sldLayoutId id="2147483834" r:id="rId9"/>
    <p:sldLayoutId id="2147483852"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p:titleStyle>
    <p:bodyStyle>
      <a:lvl1pPr marL="0" indent="0" algn="l" defTabSz="914377" rtl="0" eaLnBrk="1" latinLnBrk="0" hangingPunct="1">
        <a:lnSpc>
          <a:spcPct val="120000"/>
        </a:lnSpc>
        <a:spcBef>
          <a:spcPts val="1000"/>
        </a:spcBef>
        <a:buFont typeface="Arial" panose="020B0604020202020204" pitchFamily="34" charset="0"/>
        <a:buNone/>
        <a:defRPr sz="1200" b="1" kern="1200">
          <a:solidFill>
            <a:schemeClr val="tx1">
              <a:lumMod val="85000"/>
              <a:lumOff val="15000"/>
            </a:schemeClr>
          </a:solidFill>
          <a:latin typeface="+mn-lt"/>
          <a:ea typeface="+mn-ea"/>
          <a:cs typeface="+mn-cs"/>
        </a:defRPr>
      </a:lvl1pPr>
      <a:lvl2pPr marL="457189" indent="0" algn="l" defTabSz="914377" rtl="0" eaLnBrk="1" latinLnBrk="0" hangingPunct="1">
        <a:lnSpc>
          <a:spcPct val="120000"/>
        </a:lnSpc>
        <a:spcBef>
          <a:spcPts val="500"/>
        </a:spcBef>
        <a:buFont typeface="Arial" panose="020B0604020202020204" pitchFamily="34" charset="0"/>
        <a:buNone/>
        <a:defRPr sz="1100" kern="1200">
          <a:solidFill>
            <a:schemeClr val="tx1">
              <a:lumMod val="85000"/>
              <a:lumOff val="15000"/>
            </a:schemeClr>
          </a:solidFill>
          <a:latin typeface="+mn-lt"/>
          <a:ea typeface="+mn-ea"/>
          <a:cs typeface="+mn-cs"/>
        </a:defRPr>
      </a:lvl2pPr>
      <a:lvl3pPr marL="914377" indent="0" algn="l" defTabSz="914377" rtl="0" eaLnBrk="1" latinLnBrk="0" hangingPunct="1">
        <a:lnSpc>
          <a:spcPct val="120000"/>
        </a:lnSpc>
        <a:spcBef>
          <a:spcPts val="500"/>
        </a:spcBef>
        <a:buFont typeface="Arial" panose="020B0604020202020204" pitchFamily="34" charset="0"/>
        <a:buNone/>
        <a:defRPr sz="1050" kern="1200">
          <a:solidFill>
            <a:schemeClr val="tx1">
              <a:lumMod val="85000"/>
              <a:lumOff val="15000"/>
            </a:schemeClr>
          </a:solidFill>
          <a:latin typeface="+mn-lt"/>
          <a:ea typeface="+mn-ea"/>
          <a:cs typeface="+mn-cs"/>
        </a:defRPr>
      </a:lvl3pPr>
      <a:lvl4pPr marL="1371566" indent="0" algn="l" defTabSz="914377" rtl="0" eaLnBrk="1" latinLnBrk="0" hangingPunct="1">
        <a:lnSpc>
          <a:spcPct val="120000"/>
        </a:lnSpc>
        <a:spcBef>
          <a:spcPts val="500"/>
        </a:spcBef>
        <a:buFont typeface="Arial" panose="020B0604020202020204" pitchFamily="34" charset="0"/>
        <a:buNone/>
        <a:defRPr sz="1000" kern="1200">
          <a:solidFill>
            <a:schemeClr val="tx1">
              <a:lumMod val="85000"/>
              <a:lumOff val="15000"/>
            </a:schemeClr>
          </a:solidFill>
          <a:latin typeface="+mn-lt"/>
          <a:ea typeface="+mn-ea"/>
          <a:cs typeface="+mn-cs"/>
        </a:defRPr>
      </a:lvl4pPr>
      <a:lvl5pPr marL="1828755" indent="0" algn="l" defTabSz="914377" rtl="0" eaLnBrk="1" latinLnBrk="0" hangingPunct="1">
        <a:lnSpc>
          <a:spcPct val="120000"/>
        </a:lnSpc>
        <a:spcBef>
          <a:spcPts val="500"/>
        </a:spcBef>
        <a:buFont typeface="Arial" panose="020B0604020202020204" pitchFamily="34" charset="0"/>
        <a:buNone/>
        <a:defRPr sz="1000" kern="1200">
          <a:solidFill>
            <a:schemeClr val="tx1">
              <a:lumMod val="85000"/>
              <a:lumOff val="15000"/>
            </a:schemeClr>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346" userDrawn="1">
          <p15:clr>
            <a:srgbClr val="F26B43"/>
          </p15:clr>
        </p15:guide>
        <p15:guide id="4" pos="347" userDrawn="1">
          <p15:clr>
            <a:srgbClr val="F26B43"/>
          </p15:clr>
        </p15:guide>
        <p15:guide id="5" pos="7333" userDrawn="1">
          <p15:clr>
            <a:srgbClr val="F26B43"/>
          </p15:clr>
        </p15:guide>
        <p15:guide id="6" orient="horz" pos="3974" userDrawn="1">
          <p15:clr>
            <a:srgbClr val="F26B43"/>
          </p15:clr>
        </p15:guide>
        <p15:guide id="7" pos="699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1.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00A68CB-5545-66C8-2A99-618C3268A84A}"/>
              </a:ext>
            </a:extLst>
          </p:cNvPr>
          <p:cNvPicPr>
            <a:picLocks noGrp="1" noChangeAspect="1"/>
          </p:cNvPicPr>
          <p:nvPr>
            <p:ph type="pic" sz="quarter" idx="13"/>
          </p:nvPr>
        </p:nvPicPr>
        <p:blipFill>
          <a:blip r:embed="rId2"/>
          <a:srcRect t="8996" b="8996"/>
          <a:stretch>
            <a:fillRect/>
          </a:stretch>
        </p:blipFill>
        <p:spPr/>
      </p:pic>
      <p:sp>
        <p:nvSpPr>
          <p:cNvPr id="3" name="Title 2">
            <a:extLst>
              <a:ext uri="{FF2B5EF4-FFF2-40B4-BE49-F238E27FC236}">
                <a16:creationId xmlns:a16="http://schemas.microsoft.com/office/drawing/2014/main" id="{7AAAFF8E-883A-6980-63E4-5029F69449E8}"/>
              </a:ext>
            </a:extLst>
          </p:cNvPr>
          <p:cNvSpPr>
            <a:spLocks noGrp="1"/>
          </p:cNvSpPr>
          <p:nvPr>
            <p:ph type="ctrTitle"/>
          </p:nvPr>
        </p:nvSpPr>
        <p:spPr>
          <a:xfrm>
            <a:off x="4545367" y="549275"/>
            <a:ext cx="6570308" cy="3183739"/>
          </a:xfrm>
        </p:spPr>
        <p:txBody>
          <a:bodyPr/>
          <a:lstStyle/>
          <a:p>
            <a:r>
              <a:rPr lang="en-US" dirty="0"/>
              <a:t>Quality and Reliability in the Food Industry</a:t>
            </a:r>
            <a:endParaRPr lang="en-GB" dirty="0"/>
          </a:p>
        </p:txBody>
      </p:sp>
      <p:sp>
        <p:nvSpPr>
          <p:cNvPr id="4" name="Subtitle 3">
            <a:extLst>
              <a:ext uri="{FF2B5EF4-FFF2-40B4-BE49-F238E27FC236}">
                <a16:creationId xmlns:a16="http://schemas.microsoft.com/office/drawing/2014/main" id="{0EAF2C2F-2BDA-8FCF-5642-8D8A16477B66}"/>
              </a:ext>
            </a:extLst>
          </p:cNvPr>
          <p:cNvSpPr>
            <a:spLocks noGrp="1"/>
          </p:cNvSpPr>
          <p:nvPr>
            <p:ph type="subTitle" idx="1"/>
          </p:nvPr>
        </p:nvSpPr>
        <p:spPr/>
        <p:txBody>
          <a:bodyPr>
            <a:normAutofit fontScale="25000" lnSpcReduction="20000"/>
          </a:bodyPr>
          <a:lstStyle/>
          <a:p>
            <a:r>
              <a:rPr lang="en-US" sz="4800" b="1" dirty="0">
                <a:latin typeface="Microsoft Sans Serif" panose="020B0604020202020204" pitchFamily="34" charset="0"/>
                <a:ea typeface="Microsoft Sans Serif" panose="020B0604020202020204" pitchFamily="34" charset="0"/>
                <a:cs typeface="Microsoft Sans Serif" panose="020B0604020202020204" pitchFamily="34" charset="0"/>
              </a:rPr>
              <a:t>Presented By</a:t>
            </a:r>
            <a:r>
              <a:rPr lang="en-US" sz="4800" dirty="0">
                <a:latin typeface="Microsoft Sans Serif" panose="020B0604020202020204" pitchFamily="34" charset="0"/>
                <a:ea typeface="Microsoft Sans Serif" panose="020B0604020202020204" pitchFamily="34" charset="0"/>
                <a:cs typeface="Microsoft Sans Serif" panose="020B0604020202020204" pitchFamily="34" charset="0"/>
              </a:rPr>
              <a:t>: Gulshan Puthukkattu Mansoor Ahamed</a:t>
            </a:r>
          </a:p>
          <a:p>
            <a:r>
              <a:rPr lang="en-US" sz="4800" dirty="0">
                <a:latin typeface="Microsoft Sans Serif" panose="020B0604020202020204" pitchFamily="34" charset="0"/>
                <a:ea typeface="Microsoft Sans Serif" panose="020B0604020202020204" pitchFamily="34" charset="0"/>
                <a:cs typeface="Microsoft Sans Serif" panose="020B0604020202020204" pitchFamily="34" charset="0"/>
              </a:rPr>
              <a:t>                        Shebina Baby</a:t>
            </a:r>
          </a:p>
          <a:p>
            <a:r>
              <a:rPr lang="en-US" sz="4800" dirty="0">
                <a:latin typeface="Microsoft Sans Serif" panose="020B0604020202020204" pitchFamily="34" charset="0"/>
                <a:ea typeface="Microsoft Sans Serif" panose="020B0604020202020204" pitchFamily="34" charset="0"/>
                <a:cs typeface="Microsoft Sans Serif" panose="020B0604020202020204" pitchFamily="34" charset="0"/>
              </a:rPr>
              <a:t>                        Chippy Chandra Pillai</a:t>
            </a:r>
          </a:p>
          <a:p>
            <a:r>
              <a:rPr lang="en-US" sz="4800" dirty="0">
                <a:latin typeface="Microsoft Sans Serif" panose="020B0604020202020204" pitchFamily="34" charset="0"/>
                <a:ea typeface="Microsoft Sans Serif" panose="020B0604020202020204" pitchFamily="34" charset="0"/>
                <a:cs typeface="Microsoft Sans Serif" panose="020B0604020202020204" pitchFamily="34" charset="0"/>
              </a:rPr>
              <a:t>                        Harminder</a:t>
            </a:r>
          </a:p>
          <a:p>
            <a:r>
              <a:rPr lang="en-US" dirty="0"/>
              <a:t>                         </a:t>
            </a:r>
            <a:endParaRPr lang="en-GB" dirty="0"/>
          </a:p>
        </p:txBody>
      </p:sp>
    </p:spTree>
    <p:extLst>
      <p:ext uri="{BB962C8B-B14F-4D97-AF65-F5344CB8AC3E}">
        <p14:creationId xmlns:p14="http://schemas.microsoft.com/office/powerpoint/2010/main" val="266169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6A502-006A-E05B-8555-63AD70EFA8FB}"/>
              </a:ext>
            </a:extLst>
          </p:cNvPr>
          <p:cNvSpPr>
            <a:spLocks noGrp="1"/>
          </p:cNvSpPr>
          <p:nvPr>
            <p:ph type="title"/>
          </p:nvPr>
        </p:nvSpPr>
        <p:spPr>
          <a:xfrm>
            <a:off x="550862" y="1244337"/>
            <a:ext cx="6180138" cy="716437"/>
          </a:xfrm>
        </p:spPr>
        <p:txBody>
          <a:bodyPr>
            <a:normAutofit fontScale="90000"/>
          </a:bodyPr>
          <a:lstStyle/>
          <a:p>
            <a:r>
              <a:rPr lang="en-IN" b="1" dirty="0"/>
              <a:t>Introduction</a:t>
            </a:r>
          </a:p>
        </p:txBody>
      </p:sp>
      <p:sp>
        <p:nvSpPr>
          <p:cNvPr id="3" name="Text Placeholder 2">
            <a:extLst>
              <a:ext uri="{FF2B5EF4-FFF2-40B4-BE49-F238E27FC236}">
                <a16:creationId xmlns:a16="http://schemas.microsoft.com/office/drawing/2014/main" id="{5AD907D5-DD51-572B-D117-967275FEFE57}"/>
              </a:ext>
            </a:extLst>
          </p:cNvPr>
          <p:cNvSpPr>
            <a:spLocks noGrp="1"/>
          </p:cNvSpPr>
          <p:nvPr>
            <p:ph type="body" sz="quarter" idx="10"/>
          </p:nvPr>
        </p:nvSpPr>
        <p:spPr>
          <a:xfrm>
            <a:off x="550862" y="2290713"/>
            <a:ext cx="6180138" cy="3233394"/>
          </a:xfrm>
        </p:spPr>
        <p:txBody>
          <a:bodyPr>
            <a:noAutofit/>
          </a:bodyPr>
          <a:lstStyle/>
          <a:p>
            <a:pPr marL="0" marR="0" lvl="0" indent="0" rtl="0" fontAlgn="t">
              <a:lnSpc>
                <a:spcPct val="120000"/>
              </a:lnSpc>
              <a:spcBef>
                <a:spcPts val="0"/>
              </a:spcBef>
              <a:spcAft>
                <a:spcPts val="0"/>
              </a:spcAft>
            </a:pPr>
            <a:r>
              <a:rPr lang="en-US" sz="2400" u="none" strike="noStrike" cap="none" spc="0" dirty="0">
                <a:solidFill>
                  <a:schemeClr val="tx1"/>
                </a:solidFill>
              </a:rPr>
              <a:t>This project aims to analyze the key factors affecting product reliability and evaluate food quality assurance techniques used in the food industry, focusing on Valio, one of the largest dairy producers in Finland.</a:t>
            </a:r>
          </a:p>
        </p:txBody>
      </p:sp>
      <p:pic>
        <p:nvPicPr>
          <p:cNvPr id="7" name="Picture Placeholder 6">
            <a:extLst>
              <a:ext uri="{FF2B5EF4-FFF2-40B4-BE49-F238E27FC236}">
                <a16:creationId xmlns:a16="http://schemas.microsoft.com/office/drawing/2014/main" id="{6E985D2C-D13F-0BF8-001D-E749C799A69E}"/>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35202" r="35202"/>
          <a:stretch>
            <a:fillRect/>
          </a:stretch>
        </p:blipFill>
        <p:spPr/>
      </p:pic>
    </p:spTree>
    <p:extLst>
      <p:ext uri="{BB962C8B-B14F-4D97-AF65-F5344CB8AC3E}">
        <p14:creationId xmlns:p14="http://schemas.microsoft.com/office/powerpoint/2010/main" val="2894012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9DB29B69-366F-80F6-DA36-6334112571EE}"/>
              </a:ext>
            </a:extLst>
          </p:cNvPr>
          <p:cNvPicPr>
            <a:picLocks noGrp="1" noChangeAspect="1"/>
          </p:cNvPicPr>
          <p:nvPr>
            <p:ph type="pic" sz="quarter" idx="11"/>
          </p:nvPr>
        </p:nvPicPr>
        <p:blipFill>
          <a:blip r:embed="rId2"/>
          <a:srcRect t="28885" b="28885"/>
          <a:stretch>
            <a:fillRect/>
          </a:stretch>
        </p:blipFill>
        <p:spPr/>
      </p:pic>
      <p:sp>
        <p:nvSpPr>
          <p:cNvPr id="3" name="Text Placeholder 2">
            <a:extLst>
              <a:ext uri="{FF2B5EF4-FFF2-40B4-BE49-F238E27FC236}">
                <a16:creationId xmlns:a16="http://schemas.microsoft.com/office/drawing/2014/main" id="{C28B1978-CF8B-FD2A-A03E-66ADB062F99A}"/>
              </a:ext>
            </a:extLst>
          </p:cNvPr>
          <p:cNvSpPr>
            <a:spLocks noGrp="1"/>
          </p:cNvSpPr>
          <p:nvPr>
            <p:ph type="body" sz="quarter" idx="13"/>
          </p:nvPr>
        </p:nvSpPr>
        <p:spPr/>
        <p:txBody>
          <a:bodyPr/>
          <a:lstStyle/>
          <a:p>
            <a:r>
              <a:rPr lang="en-US" dirty="0"/>
              <a:t>Effective quality control measures are vital in ensuring the integrity and safety of food products. These include systematic monitoring at each production stage and integration of preventive techniques.</a:t>
            </a:r>
          </a:p>
          <a:p>
            <a:r>
              <a:rPr lang="en-US" u="none" strike="noStrike" cap="none" spc="0" dirty="0">
                <a:solidFill>
                  <a:schemeClr val="tx1"/>
                </a:solidFill>
              </a:rPr>
              <a:t>Management involves rigorous systems, practices, and standards for consumer expectations</a:t>
            </a:r>
            <a:endParaRPr lang="en-IN" dirty="0">
              <a:solidFill>
                <a:schemeClr val="tx1"/>
              </a:solidFill>
            </a:endParaRPr>
          </a:p>
        </p:txBody>
      </p:sp>
      <p:sp>
        <p:nvSpPr>
          <p:cNvPr id="4" name="Text Placeholder 3">
            <a:extLst>
              <a:ext uri="{FF2B5EF4-FFF2-40B4-BE49-F238E27FC236}">
                <a16:creationId xmlns:a16="http://schemas.microsoft.com/office/drawing/2014/main" id="{71B94A14-1D4E-F052-5C4E-7594CF17974E}"/>
              </a:ext>
            </a:extLst>
          </p:cNvPr>
          <p:cNvSpPr>
            <a:spLocks noGrp="1"/>
          </p:cNvSpPr>
          <p:nvPr>
            <p:ph type="body" sz="quarter" idx="14"/>
          </p:nvPr>
        </p:nvSpPr>
        <p:spPr/>
        <p:txBody>
          <a:bodyPr/>
          <a:lstStyle/>
          <a:p>
            <a:r>
              <a:rPr lang="en-IN"/>
              <a:t>QUALITY CONTROL AND ASSURANCE</a:t>
            </a:r>
          </a:p>
        </p:txBody>
      </p:sp>
      <p:sp>
        <p:nvSpPr>
          <p:cNvPr id="5" name="Text Placeholder 4">
            <a:extLst>
              <a:ext uri="{FF2B5EF4-FFF2-40B4-BE49-F238E27FC236}">
                <a16:creationId xmlns:a16="http://schemas.microsoft.com/office/drawing/2014/main" id="{C8C588AC-B164-D269-C152-A949AA61EE00}"/>
              </a:ext>
            </a:extLst>
          </p:cNvPr>
          <p:cNvSpPr>
            <a:spLocks noGrp="1"/>
          </p:cNvSpPr>
          <p:nvPr>
            <p:ph type="body" sz="quarter" idx="15"/>
          </p:nvPr>
        </p:nvSpPr>
        <p:spPr/>
        <p:txBody>
          <a:bodyPr/>
          <a:lstStyle/>
          <a:p>
            <a:r>
              <a:rPr lang="en-US" dirty="0"/>
              <a:t>Compliance with industry regulations forms the backbone of consumer trust. Food companies must prioritize adherence to safety and operational regulations to maintain reliability. </a:t>
            </a:r>
            <a:endParaRPr lang="en-IN" dirty="0"/>
          </a:p>
        </p:txBody>
      </p:sp>
      <p:sp>
        <p:nvSpPr>
          <p:cNvPr id="6" name="Text Placeholder 5">
            <a:extLst>
              <a:ext uri="{FF2B5EF4-FFF2-40B4-BE49-F238E27FC236}">
                <a16:creationId xmlns:a16="http://schemas.microsoft.com/office/drawing/2014/main" id="{26746549-7AA7-749B-5A6D-3FA1D52EC42A}"/>
              </a:ext>
            </a:extLst>
          </p:cNvPr>
          <p:cNvSpPr>
            <a:spLocks noGrp="1"/>
          </p:cNvSpPr>
          <p:nvPr>
            <p:ph type="body" sz="quarter" idx="16"/>
          </p:nvPr>
        </p:nvSpPr>
        <p:spPr/>
        <p:txBody>
          <a:bodyPr/>
          <a:lstStyle/>
          <a:p>
            <a:r>
              <a:rPr lang="en-IN"/>
              <a:t>REGULATORY COMPLIANCE AND RELIABILITY</a:t>
            </a:r>
          </a:p>
        </p:txBody>
      </p:sp>
      <p:sp>
        <p:nvSpPr>
          <p:cNvPr id="7" name="Title 6">
            <a:extLst>
              <a:ext uri="{FF2B5EF4-FFF2-40B4-BE49-F238E27FC236}">
                <a16:creationId xmlns:a16="http://schemas.microsoft.com/office/drawing/2014/main" id="{664C6AA5-2BA6-2C44-8466-D38302EA09D7}"/>
              </a:ext>
            </a:extLst>
          </p:cNvPr>
          <p:cNvSpPr>
            <a:spLocks noGrp="1"/>
          </p:cNvSpPr>
          <p:nvPr>
            <p:ph type="title"/>
          </p:nvPr>
        </p:nvSpPr>
        <p:spPr/>
        <p:txBody>
          <a:bodyPr/>
          <a:lstStyle/>
          <a:p>
            <a:r>
              <a:rPr lang="en-IN" dirty="0"/>
              <a:t>Key Factors Impacting Quality</a:t>
            </a:r>
          </a:p>
        </p:txBody>
      </p:sp>
    </p:spTree>
    <p:extLst>
      <p:ext uri="{BB962C8B-B14F-4D97-AF65-F5344CB8AC3E}">
        <p14:creationId xmlns:p14="http://schemas.microsoft.com/office/powerpoint/2010/main" val="2111035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EE641E97-1880-E9EA-A686-E2583DB42674}"/>
              </a:ext>
            </a:extLst>
          </p:cNvPr>
          <p:cNvPicPr>
            <a:picLocks noGrp="1" noChangeAspect="1"/>
          </p:cNvPicPr>
          <p:nvPr>
            <p:ph type="pic" sz="quarter" idx="11"/>
          </p:nvPr>
        </p:nvPicPr>
        <p:blipFill>
          <a:blip r:embed="rId2"/>
          <a:srcRect t="7813" b="7813"/>
          <a:stretch>
            <a:fillRect/>
          </a:stretch>
        </p:blipFill>
        <p:spPr/>
      </p:pic>
      <p:sp>
        <p:nvSpPr>
          <p:cNvPr id="3" name="Text Placeholder 2">
            <a:extLst>
              <a:ext uri="{FF2B5EF4-FFF2-40B4-BE49-F238E27FC236}">
                <a16:creationId xmlns:a16="http://schemas.microsoft.com/office/drawing/2014/main" id="{66706F1C-69BB-458F-11EA-4D964E939762}"/>
              </a:ext>
            </a:extLst>
          </p:cNvPr>
          <p:cNvSpPr>
            <a:spLocks noGrp="1"/>
          </p:cNvSpPr>
          <p:nvPr>
            <p:ph type="body" sz="quarter" idx="13"/>
          </p:nvPr>
        </p:nvSpPr>
        <p:spPr/>
        <p:txBody>
          <a:bodyPr/>
          <a:lstStyle/>
          <a:p>
            <a:r>
              <a:rPr lang="en-US" dirty="0"/>
              <a:t>Valio, founded in 1905, is a leading dairy producer in Finland. It holds a significant market share due to its commitment to quality and innovation in dairy products.</a:t>
            </a:r>
            <a:endParaRPr lang="en-IN" dirty="0"/>
          </a:p>
        </p:txBody>
      </p:sp>
      <p:sp>
        <p:nvSpPr>
          <p:cNvPr id="4" name="Text Placeholder 3">
            <a:extLst>
              <a:ext uri="{FF2B5EF4-FFF2-40B4-BE49-F238E27FC236}">
                <a16:creationId xmlns:a16="http://schemas.microsoft.com/office/drawing/2014/main" id="{B4856483-E3F9-F46C-5C25-817155CF2D37}"/>
              </a:ext>
            </a:extLst>
          </p:cNvPr>
          <p:cNvSpPr>
            <a:spLocks noGrp="1"/>
          </p:cNvSpPr>
          <p:nvPr>
            <p:ph type="body" sz="quarter" idx="14"/>
          </p:nvPr>
        </p:nvSpPr>
        <p:spPr/>
        <p:txBody>
          <a:bodyPr/>
          <a:lstStyle/>
          <a:p>
            <a:r>
              <a:rPr lang="en-IN"/>
              <a:t>HISTORY AND MARKET POSITION</a:t>
            </a:r>
          </a:p>
        </p:txBody>
      </p:sp>
      <p:sp>
        <p:nvSpPr>
          <p:cNvPr id="5" name="Text Placeholder 4">
            <a:extLst>
              <a:ext uri="{FF2B5EF4-FFF2-40B4-BE49-F238E27FC236}">
                <a16:creationId xmlns:a16="http://schemas.microsoft.com/office/drawing/2014/main" id="{AA6A41CD-9E2F-3DC5-B9E4-BBCEEA8C1ADA}"/>
              </a:ext>
            </a:extLst>
          </p:cNvPr>
          <p:cNvSpPr>
            <a:spLocks noGrp="1"/>
          </p:cNvSpPr>
          <p:nvPr>
            <p:ph type="body" sz="quarter" idx="15"/>
          </p:nvPr>
        </p:nvSpPr>
        <p:spPr/>
        <p:txBody>
          <a:bodyPr/>
          <a:lstStyle/>
          <a:p>
            <a:r>
              <a:rPr lang="en-US" dirty="0"/>
              <a:t>Valio's product range includes milk, cheese, butter, and lactose-free options. Their focus on quality and health benefits sets them apart in the competitive market.</a:t>
            </a:r>
            <a:endParaRPr lang="en-IN" dirty="0"/>
          </a:p>
        </p:txBody>
      </p:sp>
      <p:sp>
        <p:nvSpPr>
          <p:cNvPr id="6" name="Text Placeholder 5">
            <a:extLst>
              <a:ext uri="{FF2B5EF4-FFF2-40B4-BE49-F238E27FC236}">
                <a16:creationId xmlns:a16="http://schemas.microsoft.com/office/drawing/2014/main" id="{C6A03AD2-03A9-C164-CF1B-E55B64E969ED}"/>
              </a:ext>
            </a:extLst>
          </p:cNvPr>
          <p:cNvSpPr>
            <a:spLocks noGrp="1"/>
          </p:cNvSpPr>
          <p:nvPr>
            <p:ph type="body" sz="quarter" idx="16"/>
          </p:nvPr>
        </p:nvSpPr>
        <p:spPr/>
        <p:txBody>
          <a:bodyPr/>
          <a:lstStyle/>
          <a:p>
            <a:r>
              <a:rPr lang="en-IN"/>
              <a:t>KEY PRODUCTS OFFERED</a:t>
            </a:r>
          </a:p>
        </p:txBody>
      </p:sp>
      <p:sp>
        <p:nvSpPr>
          <p:cNvPr id="7" name="Title 6">
            <a:extLst>
              <a:ext uri="{FF2B5EF4-FFF2-40B4-BE49-F238E27FC236}">
                <a16:creationId xmlns:a16="http://schemas.microsoft.com/office/drawing/2014/main" id="{F05A66F3-4829-9146-F7D5-7E0E106193A7}"/>
              </a:ext>
            </a:extLst>
          </p:cNvPr>
          <p:cNvSpPr>
            <a:spLocks noGrp="1"/>
          </p:cNvSpPr>
          <p:nvPr>
            <p:ph type="title"/>
          </p:nvPr>
        </p:nvSpPr>
        <p:spPr/>
        <p:txBody>
          <a:bodyPr/>
          <a:lstStyle/>
          <a:p>
            <a:r>
              <a:rPr lang="en-IN"/>
              <a:t>Valio: Company Overview</a:t>
            </a:r>
          </a:p>
        </p:txBody>
      </p:sp>
    </p:spTree>
    <p:extLst>
      <p:ext uri="{BB962C8B-B14F-4D97-AF65-F5344CB8AC3E}">
        <p14:creationId xmlns:p14="http://schemas.microsoft.com/office/powerpoint/2010/main" val="724348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03A6B-9F7B-3C81-5F07-F6D421E8044A}"/>
              </a:ext>
            </a:extLst>
          </p:cNvPr>
          <p:cNvSpPr>
            <a:spLocks noGrp="1"/>
          </p:cNvSpPr>
          <p:nvPr>
            <p:ph type="title"/>
          </p:nvPr>
        </p:nvSpPr>
        <p:spPr/>
        <p:txBody>
          <a:bodyPr/>
          <a:lstStyle/>
          <a:p>
            <a:r>
              <a:rPr lang="en-IN" dirty="0"/>
              <a:t>Valio's Quality Assurance Strategies</a:t>
            </a:r>
          </a:p>
        </p:txBody>
      </p:sp>
      <p:sp>
        <p:nvSpPr>
          <p:cNvPr id="3" name="Text Placeholder 2">
            <a:extLst>
              <a:ext uri="{FF2B5EF4-FFF2-40B4-BE49-F238E27FC236}">
                <a16:creationId xmlns:a16="http://schemas.microsoft.com/office/drawing/2014/main" id="{FB169291-A49C-854F-BFCF-9BFF7ED0DE8E}"/>
              </a:ext>
            </a:extLst>
          </p:cNvPr>
          <p:cNvSpPr>
            <a:spLocks noGrp="1"/>
          </p:cNvSpPr>
          <p:nvPr>
            <p:ph type="body" sz="quarter" idx="12"/>
          </p:nvPr>
        </p:nvSpPr>
        <p:spPr/>
        <p:txBody>
          <a:bodyPr>
            <a:normAutofit fontScale="92500"/>
          </a:bodyPr>
          <a:lstStyle/>
          <a:p>
            <a:r>
              <a:rPr lang="en-IN"/>
              <a:t>SYSTEMATIC TESTING PROCEDURES</a:t>
            </a:r>
          </a:p>
        </p:txBody>
      </p:sp>
      <p:sp>
        <p:nvSpPr>
          <p:cNvPr id="4" name="Text Placeholder 3">
            <a:extLst>
              <a:ext uri="{FF2B5EF4-FFF2-40B4-BE49-F238E27FC236}">
                <a16:creationId xmlns:a16="http://schemas.microsoft.com/office/drawing/2014/main" id="{2A3C78F3-A4B9-A550-29EF-8ED0B50A1584}"/>
              </a:ext>
            </a:extLst>
          </p:cNvPr>
          <p:cNvSpPr>
            <a:spLocks noGrp="1"/>
          </p:cNvSpPr>
          <p:nvPr>
            <p:ph type="body" sz="quarter" idx="15"/>
          </p:nvPr>
        </p:nvSpPr>
        <p:spPr/>
        <p:txBody>
          <a:bodyPr/>
          <a:lstStyle/>
          <a:p>
            <a:r>
              <a:rPr lang="en-US" dirty="0"/>
              <a:t>Valio implements rigorous testing protocols at all production stages, including microbiological checks and shelf-life testing to ensure product safety.</a:t>
            </a:r>
            <a:endParaRPr lang="en-IN" dirty="0"/>
          </a:p>
        </p:txBody>
      </p:sp>
      <p:sp>
        <p:nvSpPr>
          <p:cNvPr id="5" name="Text Placeholder 4">
            <a:extLst>
              <a:ext uri="{FF2B5EF4-FFF2-40B4-BE49-F238E27FC236}">
                <a16:creationId xmlns:a16="http://schemas.microsoft.com/office/drawing/2014/main" id="{904B293E-6922-57CA-E575-085AE83CEA10}"/>
              </a:ext>
            </a:extLst>
          </p:cNvPr>
          <p:cNvSpPr>
            <a:spLocks noGrp="1"/>
          </p:cNvSpPr>
          <p:nvPr>
            <p:ph type="body" sz="quarter" idx="16"/>
          </p:nvPr>
        </p:nvSpPr>
        <p:spPr/>
        <p:txBody>
          <a:bodyPr/>
          <a:lstStyle/>
          <a:p>
            <a:r>
              <a:rPr lang="en-IN"/>
              <a:t>RAW MATERIAL SOURCING</a:t>
            </a:r>
          </a:p>
        </p:txBody>
      </p:sp>
      <p:sp>
        <p:nvSpPr>
          <p:cNvPr id="6" name="Text Placeholder 5">
            <a:extLst>
              <a:ext uri="{FF2B5EF4-FFF2-40B4-BE49-F238E27FC236}">
                <a16:creationId xmlns:a16="http://schemas.microsoft.com/office/drawing/2014/main" id="{9082C4B1-6D1A-602D-8197-847C1BA821D5}"/>
              </a:ext>
            </a:extLst>
          </p:cNvPr>
          <p:cNvSpPr>
            <a:spLocks noGrp="1"/>
          </p:cNvSpPr>
          <p:nvPr>
            <p:ph type="body" sz="quarter" idx="17"/>
          </p:nvPr>
        </p:nvSpPr>
        <p:spPr/>
        <p:txBody>
          <a:bodyPr/>
          <a:lstStyle/>
          <a:p>
            <a:r>
              <a:rPr lang="en-US" dirty="0"/>
              <a:t>By sourcing milk from a network of over 3,400 farms, Valio guarantees high-quality raw materials. Strict testing and sustainable practices govern this sourcing.</a:t>
            </a:r>
            <a:endParaRPr lang="en-IN" dirty="0"/>
          </a:p>
        </p:txBody>
      </p:sp>
      <p:sp>
        <p:nvSpPr>
          <p:cNvPr id="7" name="Text Placeholder 6">
            <a:extLst>
              <a:ext uri="{FF2B5EF4-FFF2-40B4-BE49-F238E27FC236}">
                <a16:creationId xmlns:a16="http://schemas.microsoft.com/office/drawing/2014/main" id="{31CFC0F5-6CCC-9F1E-7AE7-BDA9CAC6CC31}"/>
              </a:ext>
            </a:extLst>
          </p:cNvPr>
          <p:cNvSpPr>
            <a:spLocks noGrp="1"/>
          </p:cNvSpPr>
          <p:nvPr>
            <p:ph type="body" sz="quarter" idx="18"/>
          </p:nvPr>
        </p:nvSpPr>
        <p:spPr/>
        <p:txBody>
          <a:bodyPr>
            <a:normAutofit fontScale="85000" lnSpcReduction="10000"/>
          </a:bodyPr>
          <a:lstStyle/>
          <a:p>
            <a:r>
              <a:rPr lang="en-IN"/>
              <a:t>COMMITMENT TO EMPLOYEE TRAINING</a:t>
            </a:r>
          </a:p>
        </p:txBody>
      </p:sp>
      <p:sp>
        <p:nvSpPr>
          <p:cNvPr id="8" name="Text Placeholder 7">
            <a:extLst>
              <a:ext uri="{FF2B5EF4-FFF2-40B4-BE49-F238E27FC236}">
                <a16:creationId xmlns:a16="http://schemas.microsoft.com/office/drawing/2014/main" id="{7E4A4205-D8AE-94D9-1FEC-EC8B0BB281C4}"/>
              </a:ext>
            </a:extLst>
          </p:cNvPr>
          <p:cNvSpPr>
            <a:spLocks noGrp="1"/>
          </p:cNvSpPr>
          <p:nvPr>
            <p:ph type="body" sz="quarter" idx="19"/>
          </p:nvPr>
        </p:nvSpPr>
        <p:spPr/>
        <p:txBody>
          <a:bodyPr/>
          <a:lstStyle/>
          <a:p>
            <a:r>
              <a:rPr lang="en-US" dirty="0"/>
              <a:t>Ingraining a quality culture among employees is a focus at Valio. Comprehensive training leads to enhanced workplace safety and reduced absenteeism.</a:t>
            </a:r>
            <a:endParaRPr lang="en-IN" dirty="0"/>
          </a:p>
        </p:txBody>
      </p:sp>
    </p:spTree>
    <p:extLst>
      <p:ext uri="{BB962C8B-B14F-4D97-AF65-F5344CB8AC3E}">
        <p14:creationId xmlns:p14="http://schemas.microsoft.com/office/powerpoint/2010/main" val="313815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B006A-169C-7428-9768-9EE33E100799}"/>
              </a:ext>
            </a:extLst>
          </p:cNvPr>
          <p:cNvSpPr>
            <a:spLocks noGrp="1"/>
          </p:cNvSpPr>
          <p:nvPr>
            <p:ph type="title"/>
          </p:nvPr>
        </p:nvSpPr>
        <p:spPr/>
        <p:txBody>
          <a:bodyPr/>
          <a:lstStyle/>
          <a:p>
            <a:r>
              <a:rPr lang="en-IN"/>
              <a:t>Technological Integration at Valio</a:t>
            </a:r>
          </a:p>
        </p:txBody>
      </p:sp>
      <p:pic>
        <p:nvPicPr>
          <p:cNvPr id="8" name="Picture Placeholder 7">
            <a:extLst>
              <a:ext uri="{FF2B5EF4-FFF2-40B4-BE49-F238E27FC236}">
                <a16:creationId xmlns:a16="http://schemas.microsoft.com/office/drawing/2014/main" id="{4627EF4F-97E5-A32B-A0DB-20C1957974CD}"/>
              </a:ext>
            </a:extLst>
          </p:cNvPr>
          <p:cNvPicPr>
            <a:picLocks noGrp="1" noChangeAspect="1"/>
          </p:cNvPicPr>
          <p:nvPr>
            <p:ph type="pic" sz="quarter" idx="10"/>
          </p:nvPr>
        </p:nvPicPr>
        <p:blipFill>
          <a:blip r:embed="rId2"/>
          <a:srcRect t="13025" b="13025"/>
          <a:stretch>
            <a:fillRect/>
          </a:stretch>
        </p:blipFill>
        <p:spPr/>
      </p:pic>
      <p:sp>
        <p:nvSpPr>
          <p:cNvPr id="4" name="Text Placeholder 3">
            <a:extLst>
              <a:ext uri="{FF2B5EF4-FFF2-40B4-BE49-F238E27FC236}">
                <a16:creationId xmlns:a16="http://schemas.microsoft.com/office/drawing/2014/main" id="{E614FB26-FD53-8372-D012-FAD3343F942B}"/>
              </a:ext>
            </a:extLst>
          </p:cNvPr>
          <p:cNvSpPr>
            <a:spLocks noGrp="1"/>
          </p:cNvSpPr>
          <p:nvPr>
            <p:ph type="body" sz="quarter" idx="12"/>
          </p:nvPr>
        </p:nvSpPr>
        <p:spPr/>
        <p:txBody>
          <a:bodyPr/>
          <a:lstStyle/>
          <a:p>
            <a:r>
              <a:rPr lang="en-IN"/>
              <a:t>IOT FOR MONITORING</a:t>
            </a:r>
          </a:p>
        </p:txBody>
      </p:sp>
      <p:sp>
        <p:nvSpPr>
          <p:cNvPr id="5" name="Text Placeholder 4">
            <a:extLst>
              <a:ext uri="{FF2B5EF4-FFF2-40B4-BE49-F238E27FC236}">
                <a16:creationId xmlns:a16="http://schemas.microsoft.com/office/drawing/2014/main" id="{1312750D-B1EF-13C1-60A6-BD5CCE0118C5}"/>
              </a:ext>
            </a:extLst>
          </p:cNvPr>
          <p:cNvSpPr>
            <a:spLocks noGrp="1"/>
          </p:cNvSpPr>
          <p:nvPr>
            <p:ph type="body" sz="quarter" idx="13"/>
          </p:nvPr>
        </p:nvSpPr>
        <p:spPr/>
        <p:txBody>
          <a:bodyPr/>
          <a:lstStyle/>
          <a:p>
            <a:r>
              <a:rPr lang="en-US"/>
              <a:t>Valio employs IoT sensors for real-time monitoring of production parameters, which significantly reduces chances of contamination and improves accuracy.</a:t>
            </a:r>
            <a:endParaRPr lang="en-IN"/>
          </a:p>
        </p:txBody>
      </p:sp>
      <p:sp>
        <p:nvSpPr>
          <p:cNvPr id="6" name="Text Placeholder 5">
            <a:extLst>
              <a:ext uri="{FF2B5EF4-FFF2-40B4-BE49-F238E27FC236}">
                <a16:creationId xmlns:a16="http://schemas.microsoft.com/office/drawing/2014/main" id="{65CA0610-AE0B-B8AD-EFE4-D22655FF889A}"/>
              </a:ext>
            </a:extLst>
          </p:cNvPr>
          <p:cNvSpPr>
            <a:spLocks noGrp="1"/>
          </p:cNvSpPr>
          <p:nvPr>
            <p:ph type="body" sz="quarter" idx="14"/>
          </p:nvPr>
        </p:nvSpPr>
        <p:spPr/>
        <p:txBody>
          <a:bodyPr/>
          <a:lstStyle/>
          <a:p>
            <a:r>
              <a:rPr lang="en-IN"/>
              <a:t>BLOCKCHAIN FOR TRACEABILITY</a:t>
            </a:r>
          </a:p>
        </p:txBody>
      </p:sp>
      <p:sp>
        <p:nvSpPr>
          <p:cNvPr id="7" name="Text Placeholder 6">
            <a:extLst>
              <a:ext uri="{FF2B5EF4-FFF2-40B4-BE49-F238E27FC236}">
                <a16:creationId xmlns:a16="http://schemas.microsoft.com/office/drawing/2014/main" id="{52032EC6-9272-BB73-ED9D-599C33A7B727}"/>
              </a:ext>
            </a:extLst>
          </p:cNvPr>
          <p:cNvSpPr>
            <a:spLocks noGrp="1"/>
          </p:cNvSpPr>
          <p:nvPr>
            <p:ph type="body" sz="quarter" idx="15"/>
          </p:nvPr>
        </p:nvSpPr>
        <p:spPr/>
        <p:txBody>
          <a:bodyPr/>
          <a:lstStyle/>
          <a:p>
            <a:r>
              <a:rPr lang="en-US"/>
              <a:t>The integration of blockchain technology at Valio enhances product traceability, ensuring transparency and accountability throughout the supply chain.</a:t>
            </a:r>
            <a:endParaRPr lang="en-IN"/>
          </a:p>
        </p:txBody>
      </p:sp>
    </p:spTree>
    <p:extLst>
      <p:ext uri="{BB962C8B-B14F-4D97-AF65-F5344CB8AC3E}">
        <p14:creationId xmlns:p14="http://schemas.microsoft.com/office/powerpoint/2010/main" val="2739236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graphicFrame>
        <p:nvGraphicFramePr>
          <p:cNvPr id="2" name="Chart 0"/>
          <p:cNvGraphicFramePr/>
          <p:nvPr>
            <p:extLst>
              <p:ext uri="{D42A27DB-BD31-4B8C-83A1-F6EECF244321}">
                <p14:modId xmlns:p14="http://schemas.microsoft.com/office/powerpoint/2010/main" val="3256361668"/>
              </p:ext>
            </p:extLst>
          </p:nvPr>
        </p:nvGraphicFramePr>
        <p:xfrm>
          <a:off x="1524000" y="1917700"/>
          <a:ext cx="1816100" cy="18161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1"/>
          <p:cNvGraphicFramePr/>
          <p:nvPr>
            <p:extLst>
              <p:ext uri="{D42A27DB-BD31-4B8C-83A1-F6EECF244321}">
                <p14:modId xmlns:p14="http://schemas.microsoft.com/office/powerpoint/2010/main" val="2337005927"/>
              </p:ext>
            </p:extLst>
          </p:nvPr>
        </p:nvGraphicFramePr>
        <p:xfrm>
          <a:off x="5219700" y="1917700"/>
          <a:ext cx="1816100" cy="18161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2"/>
          <p:cNvGraphicFramePr/>
          <p:nvPr>
            <p:extLst>
              <p:ext uri="{D42A27DB-BD31-4B8C-83A1-F6EECF244321}">
                <p14:modId xmlns:p14="http://schemas.microsoft.com/office/powerpoint/2010/main" val="2139599377"/>
              </p:ext>
            </p:extLst>
          </p:nvPr>
        </p:nvGraphicFramePr>
        <p:xfrm>
          <a:off x="8826500" y="1917700"/>
          <a:ext cx="1816100" cy="1816100"/>
        </p:xfrm>
        <a:graphic>
          <a:graphicData uri="http://schemas.openxmlformats.org/drawingml/2006/chart">
            <c:chart xmlns:c="http://schemas.openxmlformats.org/drawingml/2006/chart" xmlns:r="http://schemas.openxmlformats.org/officeDocument/2006/relationships" r:id="rId5"/>
          </a:graphicData>
        </a:graphic>
      </p:graphicFrame>
      <p:sp>
        <p:nvSpPr>
          <p:cNvPr id="5" name="TextBox 4">
            <a:extLst>
              <a:ext uri="{FF2B5EF4-FFF2-40B4-BE49-F238E27FC236}">
                <a16:creationId xmlns:a16="http://schemas.microsoft.com/office/drawing/2014/main" id="{5E75DAE9-E656-499D-A4C0-164EE83BC711}"/>
              </a:ext>
            </a:extLst>
          </p:cNvPr>
          <p:cNvSpPr txBox="1"/>
          <p:nvPr/>
        </p:nvSpPr>
        <p:spPr>
          <a:xfrm>
            <a:off x="546100" y="711200"/>
            <a:ext cx="10439400" cy="1320800"/>
          </a:xfrm>
          <a:prstGeom prst="rect">
            <a:avLst/>
          </a:prstGeom>
          <a:noFill/>
        </p:spPr>
        <p:txBody>
          <a:bodyPr vertOverflow="overflow" vert="horz" wrap="square" rtlCol="0" anchor="t" anchorCtr="0">
            <a:spAutoFit/>
          </a:bodyPr>
          <a:lstStyle/>
          <a:p>
            <a:r>
              <a:rPr lang="en-IN" sz="4800">
                <a:latin typeface="Montserrat ExtraBold"/>
              </a:rPr>
              <a:t>Sustainability Initiatives</a:t>
            </a:r>
          </a:p>
        </p:txBody>
      </p:sp>
      <p:sp>
        <p:nvSpPr>
          <p:cNvPr id="6" name="TextBox 5">
            <a:extLst>
              <a:ext uri="{FF2B5EF4-FFF2-40B4-BE49-F238E27FC236}">
                <a16:creationId xmlns:a16="http://schemas.microsoft.com/office/drawing/2014/main" id="{EE8C0C05-6235-4093-8C0A-15DD5588A995}"/>
              </a:ext>
            </a:extLst>
          </p:cNvPr>
          <p:cNvSpPr txBox="1"/>
          <p:nvPr/>
        </p:nvSpPr>
        <p:spPr>
          <a:xfrm>
            <a:off x="1968500" y="2603500"/>
            <a:ext cx="914400" cy="457200"/>
          </a:xfrm>
          <a:prstGeom prst="rect">
            <a:avLst/>
          </a:prstGeom>
          <a:noFill/>
        </p:spPr>
        <p:txBody>
          <a:bodyPr vertOverflow="overflow" vert="horz" wrap="square" rtlCol="0" anchor="ctr" anchorCtr="1">
            <a:spAutoFit/>
          </a:bodyPr>
          <a:lstStyle/>
          <a:p>
            <a:pPr algn="ctr"/>
            <a:r>
              <a:rPr lang="en-IN" sz="2400">
                <a:latin typeface="Montserrat ExtraBold"/>
              </a:rPr>
              <a:t>35%</a:t>
            </a:r>
          </a:p>
        </p:txBody>
      </p:sp>
      <p:sp>
        <p:nvSpPr>
          <p:cNvPr id="7" name="TextBox 6">
            <a:extLst>
              <a:ext uri="{FF2B5EF4-FFF2-40B4-BE49-F238E27FC236}">
                <a16:creationId xmlns:a16="http://schemas.microsoft.com/office/drawing/2014/main" id="{855B7868-ACB3-41C2-8EC9-274FED2697B4}"/>
              </a:ext>
            </a:extLst>
          </p:cNvPr>
          <p:cNvSpPr txBox="1"/>
          <p:nvPr/>
        </p:nvSpPr>
        <p:spPr>
          <a:xfrm>
            <a:off x="5664200" y="2590800"/>
            <a:ext cx="914400" cy="457200"/>
          </a:xfrm>
          <a:prstGeom prst="rect">
            <a:avLst/>
          </a:prstGeom>
          <a:noFill/>
        </p:spPr>
        <p:txBody>
          <a:bodyPr vertOverflow="overflow" vert="horz" wrap="square" rtlCol="0" anchor="ctr" anchorCtr="1">
            <a:spAutoFit/>
          </a:bodyPr>
          <a:lstStyle/>
          <a:p>
            <a:pPr algn="ctr"/>
            <a:r>
              <a:rPr lang="en-IN" sz="2400">
                <a:latin typeface="Montserrat ExtraBold"/>
              </a:rPr>
              <a:t>40%</a:t>
            </a:r>
          </a:p>
        </p:txBody>
      </p:sp>
      <p:sp>
        <p:nvSpPr>
          <p:cNvPr id="8" name="TextBox 7">
            <a:extLst>
              <a:ext uri="{FF2B5EF4-FFF2-40B4-BE49-F238E27FC236}">
                <a16:creationId xmlns:a16="http://schemas.microsoft.com/office/drawing/2014/main" id="{CAA90487-CE31-48F4-BBCF-46254C233E4D}"/>
              </a:ext>
            </a:extLst>
          </p:cNvPr>
          <p:cNvSpPr txBox="1"/>
          <p:nvPr/>
        </p:nvSpPr>
        <p:spPr>
          <a:xfrm>
            <a:off x="9271000" y="2603500"/>
            <a:ext cx="914400" cy="457200"/>
          </a:xfrm>
          <a:prstGeom prst="rect">
            <a:avLst/>
          </a:prstGeom>
          <a:noFill/>
        </p:spPr>
        <p:txBody>
          <a:bodyPr vertOverflow="overflow" vert="horz" wrap="square" rtlCol="0" anchor="ctr" anchorCtr="1">
            <a:spAutoFit/>
          </a:bodyPr>
          <a:lstStyle/>
          <a:p>
            <a:pPr algn="ctr"/>
            <a:r>
              <a:rPr lang="en-IN" sz="2400">
                <a:latin typeface="Montserrat ExtraBold"/>
              </a:rPr>
              <a:t>25%</a:t>
            </a:r>
          </a:p>
        </p:txBody>
      </p:sp>
      <p:sp>
        <p:nvSpPr>
          <p:cNvPr id="9" name="TextBox 8">
            <a:extLst>
              <a:ext uri="{FF2B5EF4-FFF2-40B4-BE49-F238E27FC236}">
                <a16:creationId xmlns:a16="http://schemas.microsoft.com/office/drawing/2014/main" id="{0A72D272-8D9A-4AC7-BC83-F72F3DF91F56}"/>
              </a:ext>
            </a:extLst>
          </p:cNvPr>
          <p:cNvSpPr txBox="1"/>
          <p:nvPr/>
        </p:nvSpPr>
        <p:spPr>
          <a:xfrm>
            <a:off x="914400" y="3810000"/>
            <a:ext cx="3060700" cy="736600"/>
          </a:xfrm>
          <a:prstGeom prst="rect">
            <a:avLst/>
          </a:prstGeom>
          <a:noFill/>
        </p:spPr>
        <p:txBody>
          <a:bodyPr vertOverflow="overflow" vert="horz" wrap="square" rtlCol="0" anchor="b" anchorCtr="1">
            <a:spAutoFit/>
          </a:bodyPr>
          <a:lstStyle/>
          <a:p>
            <a:pPr algn="ctr"/>
            <a:r>
              <a:rPr lang="en-IN" sz="1400" b="1"/>
              <a:t>RECYCLED PACKAGING</a:t>
            </a:r>
          </a:p>
        </p:txBody>
      </p:sp>
      <p:sp>
        <p:nvSpPr>
          <p:cNvPr id="10" name="TextBox 9">
            <a:extLst>
              <a:ext uri="{FF2B5EF4-FFF2-40B4-BE49-F238E27FC236}">
                <a16:creationId xmlns:a16="http://schemas.microsoft.com/office/drawing/2014/main" id="{81101DFC-DA13-485E-9533-B063042874AD}"/>
              </a:ext>
            </a:extLst>
          </p:cNvPr>
          <p:cNvSpPr txBox="1"/>
          <p:nvPr/>
        </p:nvSpPr>
        <p:spPr>
          <a:xfrm>
            <a:off x="914400" y="4622800"/>
            <a:ext cx="3060700" cy="1320800"/>
          </a:xfrm>
          <a:prstGeom prst="rect">
            <a:avLst/>
          </a:prstGeom>
          <a:noFill/>
        </p:spPr>
        <p:txBody>
          <a:bodyPr vertOverflow="overflow" vert="horz" wrap="square" rtlCol="0" anchor="t">
            <a:spAutoFit/>
          </a:bodyPr>
          <a:lstStyle/>
          <a:p>
            <a:pPr algn="ctr"/>
            <a:r>
              <a:rPr lang="en-US" sz="1200" dirty="0">
                <a:latin typeface="Open Sans"/>
                <a:ea typeface="Open Sans"/>
                <a:cs typeface="Open Sans"/>
              </a:rPr>
              <a:t>Valio uses recycled materials for packaging to reduce waste.</a:t>
            </a:r>
            <a:endParaRPr lang="en-IN" sz="1200" dirty="0">
              <a:latin typeface="Open Sans"/>
              <a:ea typeface="Open Sans"/>
              <a:cs typeface="Open Sans"/>
            </a:endParaRPr>
          </a:p>
        </p:txBody>
      </p:sp>
      <p:sp>
        <p:nvSpPr>
          <p:cNvPr id="11" name="TextBox 10">
            <a:extLst>
              <a:ext uri="{FF2B5EF4-FFF2-40B4-BE49-F238E27FC236}">
                <a16:creationId xmlns:a16="http://schemas.microsoft.com/office/drawing/2014/main" id="{EBAE1A69-D922-479D-A6B8-E7ABB4B5AD92}"/>
              </a:ext>
            </a:extLst>
          </p:cNvPr>
          <p:cNvSpPr txBox="1"/>
          <p:nvPr/>
        </p:nvSpPr>
        <p:spPr>
          <a:xfrm>
            <a:off x="4559300" y="3822700"/>
            <a:ext cx="3060700" cy="736600"/>
          </a:xfrm>
          <a:prstGeom prst="rect">
            <a:avLst/>
          </a:prstGeom>
          <a:noFill/>
        </p:spPr>
        <p:txBody>
          <a:bodyPr vertOverflow="overflow" vert="horz" wrap="square" rtlCol="0" anchor="b" anchorCtr="1">
            <a:spAutoFit/>
          </a:bodyPr>
          <a:lstStyle/>
          <a:p>
            <a:pPr algn="ctr"/>
            <a:r>
              <a:rPr lang="en-IN" sz="1400" b="1"/>
              <a:t>CARBON FOOTPRINT REDUCTION</a:t>
            </a:r>
          </a:p>
        </p:txBody>
      </p:sp>
      <p:sp>
        <p:nvSpPr>
          <p:cNvPr id="12" name="TextBox 11">
            <a:extLst>
              <a:ext uri="{FF2B5EF4-FFF2-40B4-BE49-F238E27FC236}">
                <a16:creationId xmlns:a16="http://schemas.microsoft.com/office/drawing/2014/main" id="{A8E59053-135F-4F34-82C3-AD5E15F71A3F}"/>
              </a:ext>
            </a:extLst>
          </p:cNvPr>
          <p:cNvSpPr txBox="1"/>
          <p:nvPr/>
        </p:nvSpPr>
        <p:spPr>
          <a:xfrm>
            <a:off x="4559300" y="4610100"/>
            <a:ext cx="3060700" cy="1320800"/>
          </a:xfrm>
          <a:prstGeom prst="rect">
            <a:avLst/>
          </a:prstGeom>
          <a:noFill/>
        </p:spPr>
        <p:txBody>
          <a:bodyPr vertOverflow="overflow" vert="horz" wrap="square" rtlCol="0" anchor="t">
            <a:spAutoFit/>
          </a:bodyPr>
          <a:lstStyle/>
          <a:p>
            <a:pPr algn="ctr"/>
            <a:r>
              <a:rPr lang="en-US" sz="1200">
                <a:latin typeface="Open Sans"/>
                <a:ea typeface="Open Sans"/>
                <a:cs typeface="Open Sans"/>
              </a:rPr>
              <a:t>Sustainable practices aim to lessen overall carbon emissions.</a:t>
            </a:r>
            <a:endParaRPr lang="en-IN" sz="1200">
              <a:latin typeface="Open Sans"/>
              <a:ea typeface="Open Sans"/>
              <a:cs typeface="Open Sans"/>
            </a:endParaRPr>
          </a:p>
        </p:txBody>
      </p:sp>
      <p:sp>
        <p:nvSpPr>
          <p:cNvPr id="13" name="TextBox 12">
            <a:extLst>
              <a:ext uri="{FF2B5EF4-FFF2-40B4-BE49-F238E27FC236}">
                <a16:creationId xmlns:a16="http://schemas.microsoft.com/office/drawing/2014/main" id="{F68340FB-44F3-4186-9885-ED0D1C30D3EB}"/>
              </a:ext>
            </a:extLst>
          </p:cNvPr>
          <p:cNvSpPr txBox="1"/>
          <p:nvPr/>
        </p:nvSpPr>
        <p:spPr>
          <a:xfrm>
            <a:off x="8204200" y="3810000"/>
            <a:ext cx="3060700" cy="736600"/>
          </a:xfrm>
          <a:prstGeom prst="rect">
            <a:avLst/>
          </a:prstGeom>
          <a:noFill/>
        </p:spPr>
        <p:txBody>
          <a:bodyPr vertOverflow="overflow" vert="horz" wrap="square" rtlCol="0" anchor="b" anchorCtr="1">
            <a:spAutoFit/>
          </a:bodyPr>
          <a:lstStyle/>
          <a:p>
            <a:pPr algn="ctr"/>
            <a:r>
              <a:rPr lang="en-IN" sz="1400" b="1"/>
              <a:t>RENEWABLE ENERGY USE</a:t>
            </a:r>
          </a:p>
        </p:txBody>
      </p:sp>
      <p:sp>
        <p:nvSpPr>
          <p:cNvPr id="14" name="TextBox 13">
            <a:extLst>
              <a:ext uri="{FF2B5EF4-FFF2-40B4-BE49-F238E27FC236}">
                <a16:creationId xmlns:a16="http://schemas.microsoft.com/office/drawing/2014/main" id="{6618A29B-B2C2-4F50-AC60-C59DE3CD7687}"/>
              </a:ext>
            </a:extLst>
          </p:cNvPr>
          <p:cNvSpPr txBox="1"/>
          <p:nvPr/>
        </p:nvSpPr>
        <p:spPr>
          <a:xfrm>
            <a:off x="8204200" y="4610100"/>
            <a:ext cx="3060700" cy="1320800"/>
          </a:xfrm>
          <a:prstGeom prst="rect">
            <a:avLst/>
          </a:prstGeom>
          <a:noFill/>
        </p:spPr>
        <p:txBody>
          <a:bodyPr vertOverflow="overflow" vert="horz" wrap="square" rtlCol="0" anchor="t">
            <a:spAutoFit/>
          </a:bodyPr>
          <a:lstStyle/>
          <a:p>
            <a:pPr algn="ctr"/>
            <a:r>
              <a:rPr lang="en-IN" sz="1200">
                <a:latin typeface="Open Sans"/>
                <a:ea typeface="Open Sans"/>
                <a:cs typeface="Open Sans"/>
              </a:rPr>
              <a:t>Valio incorporates renewable energy in production.</a:t>
            </a:r>
          </a:p>
        </p:txBody>
      </p:sp>
    </p:spTree>
    <p:extLst>
      <p:ext uri="{BB962C8B-B14F-4D97-AF65-F5344CB8AC3E}">
        <p14:creationId xmlns:p14="http://schemas.microsoft.com/office/powerpoint/2010/main" val="4055744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graphicFrame>
        <p:nvGraphicFramePr>
          <p:cNvPr id="2" name="Table 0"/>
          <p:cNvGraphicFramePr>
            <a:graphicFrameLocks noGrp="1"/>
          </p:cNvGraphicFramePr>
          <p:nvPr/>
        </p:nvGraphicFramePr>
        <p:xfrm>
          <a:off x="853440" y="3108960"/>
          <a:ext cx="10363200" cy="2816352"/>
        </p:xfrm>
        <a:graphic>
          <a:graphicData uri="http://schemas.openxmlformats.org/drawingml/2006/table">
            <a:tbl>
              <a:tblPr/>
              <a:tblGrid>
                <a:gridCol w="3454400">
                  <a:extLst>
                    <a:ext uri="{9D8B030D-6E8A-4147-A177-3AD203B41FA5}">
                      <a16:colId xmlns:a16="http://schemas.microsoft.com/office/drawing/2014/main" val="20000"/>
                    </a:ext>
                  </a:extLst>
                </a:gridCol>
                <a:gridCol w="3454400">
                  <a:extLst>
                    <a:ext uri="{9D8B030D-6E8A-4147-A177-3AD203B41FA5}">
                      <a16:colId xmlns:a16="http://schemas.microsoft.com/office/drawing/2014/main" val="20001"/>
                    </a:ext>
                  </a:extLst>
                </a:gridCol>
                <a:gridCol w="3454400">
                  <a:extLst>
                    <a:ext uri="{9D8B030D-6E8A-4147-A177-3AD203B41FA5}">
                      <a16:colId xmlns:a16="http://schemas.microsoft.com/office/drawing/2014/main" val="20002"/>
                    </a:ext>
                  </a:extLst>
                </a:gridCol>
              </a:tblGrid>
              <a:tr h="524256">
                <a:tc>
                  <a:txBody>
                    <a:bodyPr/>
                    <a:lstStyle/>
                    <a:p>
                      <a:pPr marL="0" indent="0">
                        <a:buNone/>
                      </a:pPr>
                      <a:r>
                        <a:rPr lang="en-US" sz="1400" b="1" dirty="0">
                          <a:solidFill>
                            <a:srgbClr val="000000"/>
                          </a:solidFill>
                          <a:latin typeface="Open Sans" pitchFamily="34" charset="0"/>
                          <a:ea typeface="Open Sans" pitchFamily="34" charset="-122"/>
                          <a:cs typeface="Open Sans" pitchFamily="34" charset="-120"/>
                        </a:rPr>
                        <a:t>STRATEGY</a:t>
                      </a:r>
                      <a:endParaRPr lang="en-US" sz="1400" dirty="0">
                        <a:latin typeface="Open Sans" charset="0"/>
                        <a:ea typeface="Open Sans" charset="0"/>
                        <a:cs typeface="Open Sans" charset="0"/>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0" cap="flat" cmpd="sng" algn="ctr">
                      <a:solidFill>
                        <a:srgbClr val="66666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b="1" dirty="0">
                          <a:solidFill>
                            <a:srgbClr val="000000"/>
                          </a:solidFill>
                          <a:latin typeface="Open Sans" pitchFamily="34" charset="0"/>
                          <a:ea typeface="Open Sans" pitchFamily="34" charset="-122"/>
                          <a:cs typeface="Open Sans" pitchFamily="34" charset="-120"/>
                        </a:rPr>
                        <a:t>DESCRIPTION</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0" cap="flat" cmpd="sng" algn="ctr">
                      <a:solidFill>
                        <a:srgbClr val="66666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b="1" dirty="0">
                          <a:solidFill>
                            <a:srgbClr val="000000"/>
                          </a:solidFill>
                          <a:latin typeface="Open Sans" pitchFamily="34" charset="0"/>
                          <a:ea typeface="Open Sans" pitchFamily="34" charset="-122"/>
                          <a:cs typeface="Open Sans" pitchFamily="34" charset="-120"/>
                        </a:rPr>
                        <a:t>EXPECTED OUTCOME</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0" cap="flat" cmpd="sng" algn="ctr">
                      <a:solidFill>
                        <a:srgbClr val="66666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0"/>
                  </a:ext>
                </a:extLst>
              </a:tr>
              <a:tr h="573024">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Adopting TQM and Six Sigma</a:t>
                      </a:r>
                      <a:endParaRPr lang="en-US" sz="1400" dirty="0">
                        <a:latin typeface="Open Sans" charset="0"/>
                        <a:ea typeface="Open Sans" charset="0"/>
                        <a:cs typeface="Open Sans" charset="0"/>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Implement advanced methodologies to reduce defects.</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Higher product quality and efficiency.</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1"/>
                  </a:ext>
                </a:extLst>
              </a:tr>
              <a:tr h="573024">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Implementing Advanced Analytics</a:t>
                      </a:r>
                      <a:endParaRPr lang="en-US" sz="1400" dirty="0">
                        <a:latin typeface="Open Sans" charset="0"/>
                        <a:ea typeface="Open Sans" charset="0"/>
                        <a:cs typeface="Open Sans" charset="0"/>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Use predictive analytics to foresee equipment failures.</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Minimized downtime and improved maintenance.</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2"/>
                  </a:ext>
                </a:extLst>
              </a:tr>
              <a:tr h="573024">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Improved Supplier Management</a:t>
                      </a:r>
                      <a:endParaRPr lang="en-US" sz="1400" dirty="0">
                        <a:latin typeface="Open Sans" charset="0"/>
                        <a:ea typeface="Open Sans" charset="0"/>
                        <a:cs typeface="Open Sans" charset="0"/>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Strengthen relationships and set quality standards.</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Enhanced quality of raw materials.</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3"/>
                  </a:ext>
                </a:extLst>
              </a:tr>
              <a:tr h="573024">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Increased Customer Feedback</a:t>
                      </a:r>
                      <a:endParaRPr lang="en-US" sz="1400" dirty="0">
                        <a:latin typeface="Open Sans" charset="0"/>
                        <a:ea typeface="Open Sans" charset="0"/>
                        <a:cs typeface="Open Sans" charset="0"/>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0" cap="flat" cmpd="sng" algn="ctr">
                      <a:solidFill>
                        <a:srgbClr val="66666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Engage customers in product development.</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0" cap="flat" cmpd="sng" algn="ctr">
                      <a:solidFill>
                        <a:srgbClr val="66666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000000"/>
                          </a:solidFill>
                          <a:latin typeface="Open Sans" pitchFamily="34" charset="0"/>
                          <a:ea typeface="Open Sans" pitchFamily="34" charset="-122"/>
                          <a:cs typeface="Open Sans" pitchFamily="34" charset="-120"/>
                        </a:rPr>
                        <a:t>Greater customer satisfaction and loyalty.</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0" cap="flat" cmpd="sng" algn="ctr">
                      <a:solidFill>
                        <a:srgbClr val="66666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4"/>
                  </a:ext>
                </a:extLst>
              </a:tr>
            </a:tbl>
          </a:graphicData>
        </a:graphic>
      </p:graphicFrame>
      <p:sp>
        <p:nvSpPr>
          <p:cNvPr id="3" name="Text 0"/>
          <p:cNvSpPr/>
          <p:nvPr/>
        </p:nvSpPr>
        <p:spPr>
          <a:xfrm>
            <a:off x="546100" y="711200"/>
            <a:ext cx="10439400" cy="1320800"/>
          </a:xfrm>
          <a:prstGeom prst="rect">
            <a:avLst/>
          </a:prstGeom>
          <a:noFill/>
          <a:ln/>
        </p:spPr>
        <p:txBody>
          <a:bodyPr wrap="square" rtlCol="0" anchor="t" anchorCtr="0"/>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800" dirty="0">
                <a:latin typeface="Montserrat ExtraBold"/>
              </a:rPr>
              <a:t>Development Strategies for Valio</a:t>
            </a:r>
          </a:p>
        </p:txBody>
      </p:sp>
      <p:sp>
        <p:nvSpPr>
          <p:cNvPr id="4" name="Shape 1"/>
          <p:cNvSpPr/>
          <p:nvPr/>
        </p:nvSpPr>
        <p:spPr>
          <a:xfrm>
            <a:off x="1219200" y="1219200"/>
            <a:ext cx="1219200" cy="1219200"/>
          </a:xfrm>
          <a:prstGeom prst="line">
            <a:avLst/>
          </a:prstGeom>
          <a:noFill/>
          <a:ln/>
        </p:spPr>
      </p:sp>
      <p:sp>
        <p:nvSpPr>
          <p:cNvPr id="5" name="Text 2"/>
          <p:cNvSpPr/>
          <p:nvPr/>
        </p:nvSpPr>
        <p:spPr>
          <a:xfrm>
            <a:off x="685800" y="2032000"/>
            <a:ext cx="6032500" cy="78740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latin typeface="Open Sans"/>
                <a:ea typeface="Open Sans"/>
                <a:cs typeface="Open Sans"/>
              </a:rPr>
              <a:t>This table summarizes potential strategies for improving Valio's quality and reliability management.</a:t>
            </a:r>
          </a:p>
        </p:txBody>
      </p:sp>
    </p:spTree>
    <p:extLst>
      <p:ext uri="{BB962C8B-B14F-4D97-AF65-F5344CB8AC3E}">
        <p14:creationId xmlns:p14="http://schemas.microsoft.com/office/powerpoint/2010/main" val="2494245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graphicFrame>
        <p:nvGraphicFramePr>
          <p:cNvPr id="2" name="Chart 0"/>
          <p:cNvGraphicFramePr/>
          <p:nvPr>
            <p:extLst>
              <p:ext uri="{D42A27DB-BD31-4B8C-83A1-F6EECF244321}">
                <p14:modId xmlns:p14="http://schemas.microsoft.com/office/powerpoint/2010/main" val="1950373891"/>
              </p:ext>
            </p:extLst>
          </p:nvPr>
        </p:nvGraphicFramePr>
        <p:xfrm>
          <a:off x="1219200" y="1930400"/>
          <a:ext cx="1816100" cy="18161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1"/>
          <p:cNvGraphicFramePr/>
          <p:nvPr>
            <p:extLst>
              <p:ext uri="{D42A27DB-BD31-4B8C-83A1-F6EECF244321}">
                <p14:modId xmlns:p14="http://schemas.microsoft.com/office/powerpoint/2010/main" val="2204029474"/>
              </p:ext>
            </p:extLst>
          </p:nvPr>
        </p:nvGraphicFramePr>
        <p:xfrm>
          <a:off x="3797300" y="1930400"/>
          <a:ext cx="1816100" cy="18161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2"/>
          <p:cNvGraphicFramePr/>
          <p:nvPr>
            <p:extLst>
              <p:ext uri="{D42A27DB-BD31-4B8C-83A1-F6EECF244321}">
                <p14:modId xmlns:p14="http://schemas.microsoft.com/office/powerpoint/2010/main" val="625871801"/>
              </p:ext>
            </p:extLst>
          </p:nvPr>
        </p:nvGraphicFramePr>
        <p:xfrm>
          <a:off x="6591300" y="1930400"/>
          <a:ext cx="1816100" cy="18161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5" name="Chart 3"/>
          <p:cNvGraphicFramePr/>
          <p:nvPr>
            <p:extLst>
              <p:ext uri="{D42A27DB-BD31-4B8C-83A1-F6EECF244321}">
                <p14:modId xmlns:p14="http://schemas.microsoft.com/office/powerpoint/2010/main" val="2811114301"/>
              </p:ext>
            </p:extLst>
          </p:nvPr>
        </p:nvGraphicFramePr>
        <p:xfrm>
          <a:off x="9207500" y="1930400"/>
          <a:ext cx="1816100" cy="1816100"/>
        </p:xfrm>
        <a:graphic>
          <a:graphicData uri="http://schemas.openxmlformats.org/drawingml/2006/chart">
            <c:chart xmlns:c="http://schemas.openxmlformats.org/drawingml/2006/chart" xmlns:r="http://schemas.openxmlformats.org/officeDocument/2006/relationships" r:id="rId6"/>
          </a:graphicData>
        </a:graphic>
      </p:graphicFrame>
      <p:sp>
        <p:nvSpPr>
          <p:cNvPr id="6" name="TextBox 5">
            <a:extLst>
              <a:ext uri="{FF2B5EF4-FFF2-40B4-BE49-F238E27FC236}">
                <a16:creationId xmlns:a16="http://schemas.microsoft.com/office/drawing/2014/main" id="{77C5744F-BEC2-4557-B9EE-6F6613F235E1}"/>
              </a:ext>
            </a:extLst>
          </p:cNvPr>
          <p:cNvSpPr txBox="1"/>
          <p:nvPr/>
        </p:nvSpPr>
        <p:spPr>
          <a:xfrm>
            <a:off x="546100" y="711200"/>
            <a:ext cx="10439400" cy="1320800"/>
          </a:xfrm>
          <a:prstGeom prst="rect">
            <a:avLst/>
          </a:prstGeom>
          <a:noFill/>
        </p:spPr>
        <p:txBody>
          <a:bodyPr vertOverflow="overflow" vert="horz" wrap="square" rtlCol="0" anchor="t" anchorCtr="0">
            <a:spAutoFit/>
          </a:bodyPr>
          <a:lstStyle/>
          <a:p>
            <a:r>
              <a:rPr lang="en-IN" sz="4800">
                <a:latin typeface="Montserrat ExtraBold"/>
              </a:rPr>
              <a:t>Statistical Improvements</a:t>
            </a:r>
          </a:p>
        </p:txBody>
      </p:sp>
      <p:sp>
        <p:nvSpPr>
          <p:cNvPr id="7" name="TextBox 6">
            <a:extLst>
              <a:ext uri="{FF2B5EF4-FFF2-40B4-BE49-F238E27FC236}">
                <a16:creationId xmlns:a16="http://schemas.microsoft.com/office/drawing/2014/main" id="{223674BA-165B-4CA3-BD52-97A97D70BDAB}"/>
              </a:ext>
            </a:extLst>
          </p:cNvPr>
          <p:cNvSpPr txBox="1"/>
          <p:nvPr/>
        </p:nvSpPr>
        <p:spPr>
          <a:xfrm>
            <a:off x="1663700" y="2603500"/>
            <a:ext cx="914400" cy="457200"/>
          </a:xfrm>
          <a:prstGeom prst="rect">
            <a:avLst/>
          </a:prstGeom>
          <a:noFill/>
        </p:spPr>
        <p:txBody>
          <a:bodyPr vertOverflow="overflow" vert="horz" wrap="square" rtlCol="0" anchor="ctr" anchorCtr="1">
            <a:spAutoFit/>
          </a:bodyPr>
          <a:lstStyle/>
          <a:p>
            <a:pPr algn="ctr"/>
            <a:r>
              <a:rPr lang="en-IN" sz="2400">
                <a:latin typeface="Montserrat ExtraBold"/>
              </a:rPr>
              <a:t>45%</a:t>
            </a:r>
          </a:p>
        </p:txBody>
      </p:sp>
      <p:sp>
        <p:nvSpPr>
          <p:cNvPr id="8" name="TextBox 7">
            <a:extLst>
              <a:ext uri="{FF2B5EF4-FFF2-40B4-BE49-F238E27FC236}">
                <a16:creationId xmlns:a16="http://schemas.microsoft.com/office/drawing/2014/main" id="{13E35EA7-A88A-4CC1-8396-BBC659FC2713}"/>
              </a:ext>
            </a:extLst>
          </p:cNvPr>
          <p:cNvSpPr txBox="1"/>
          <p:nvPr/>
        </p:nvSpPr>
        <p:spPr>
          <a:xfrm>
            <a:off x="4241800" y="2603500"/>
            <a:ext cx="914400" cy="457200"/>
          </a:xfrm>
          <a:prstGeom prst="rect">
            <a:avLst/>
          </a:prstGeom>
          <a:noFill/>
        </p:spPr>
        <p:txBody>
          <a:bodyPr vertOverflow="overflow" vert="horz" wrap="square" rtlCol="0" anchor="ctr" anchorCtr="1">
            <a:spAutoFit/>
          </a:bodyPr>
          <a:lstStyle/>
          <a:p>
            <a:pPr algn="ctr"/>
            <a:r>
              <a:rPr lang="en-IN" sz="2400">
                <a:latin typeface="Montserrat ExtraBold"/>
              </a:rPr>
              <a:t>30%</a:t>
            </a:r>
          </a:p>
        </p:txBody>
      </p:sp>
      <p:sp>
        <p:nvSpPr>
          <p:cNvPr id="9" name="TextBox 8">
            <a:extLst>
              <a:ext uri="{FF2B5EF4-FFF2-40B4-BE49-F238E27FC236}">
                <a16:creationId xmlns:a16="http://schemas.microsoft.com/office/drawing/2014/main" id="{F390399C-18CA-472A-9291-9839356CACE8}"/>
              </a:ext>
            </a:extLst>
          </p:cNvPr>
          <p:cNvSpPr txBox="1"/>
          <p:nvPr/>
        </p:nvSpPr>
        <p:spPr>
          <a:xfrm>
            <a:off x="7035800" y="2603500"/>
            <a:ext cx="914400" cy="457200"/>
          </a:xfrm>
          <a:prstGeom prst="rect">
            <a:avLst/>
          </a:prstGeom>
          <a:noFill/>
        </p:spPr>
        <p:txBody>
          <a:bodyPr vertOverflow="overflow" vert="horz" wrap="square" rtlCol="0" anchor="ctr" anchorCtr="1">
            <a:spAutoFit/>
          </a:bodyPr>
          <a:lstStyle/>
          <a:p>
            <a:pPr algn="ctr"/>
            <a:r>
              <a:rPr lang="en-IN" sz="2400">
                <a:latin typeface="Montserrat ExtraBold"/>
              </a:rPr>
              <a:t>20%</a:t>
            </a:r>
          </a:p>
        </p:txBody>
      </p:sp>
      <p:sp>
        <p:nvSpPr>
          <p:cNvPr id="10" name="TextBox 9">
            <a:extLst>
              <a:ext uri="{FF2B5EF4-FFF2-40B4-BE49-F238E27FC236}">
                <a16:creationId xmlns:a16="http://schemas.microsoft.com/office/drawing/2014/main" id="{7CFFA0A5-00DB-46B3-988F-793C15AF9015}"/>
              </a:ext>
            </a:extLst>
          </p:cNvPr>
          <p:cNvSpPr txBox="1"/>
          <p:nvPr/>
        </p:nvSpPr>
        <p:spPr>
          <a:xfrm>
            <a:off x="9652000" y="2603500"/>
            <a:ext cx="914400" cy="457200"/>
          </a:xfrm>
          <a:prstGeom prst="rect">
            <a:avLst/>
          </a:prstGeom>
          <a:noFill/>
        </p:spPr>
        <p:txBody>
          <a:bodyPr vertOverflow="overflow" vert="horz" wrap="square" rtlCol="0" anchor="ctr" anchorCtr="1">
            <a:spAutoFit/>
          </a:bodyPr>
          <a:lstStyle/>
          <a:p>
            <a:pPr algn="ctr"/>
            <a:r>
              <a:rPr lang="en-IN" sz="2400">
                <a:latin typeface="Montserrat ExtraBold"/>
              </a:rPr>
              <a:t>5%</a:t>
            </a:r>
          </a:p>
        </p:txBody>
      </p:sp>
      <p:sp>
        <p:nvSpPr>
          <p:cNvPr id="11" name="TextBox 10">
            <a:extLst>
              <a:ext uri="{FF2B5EF4-FFF2-40B4-BE49-F238E27FC236}">
                <a16:creationId xmlns:a16="http://schemas.microsoft.com/office/drawing/2014/main" id="{CDDC95B7-E8E3-45D9-8F17-1565E6F13B7E}"/>
              </a:ext>
            </a:extLst>
          </p:cNvPr>
          <p:cNvSpPr txBox="1"/>
          <p:nvPr/>
        </p:nvSpPr>
        <p:spPr>
          <a:xfrm>
            <a:off x="927100" y="3797300"/>
            <a:ext cx="2400300" cy="736600"/>
          </a:xfrm>
          <a:prstGeom prst="rect">
            <a:avLst/>
          </a:prstGeom>
          <a:noFill/>
        </p:spPr>
        <p:txBody>
          <a:bodyPr vertOverflow="overflow" vert="horz" wrap="square" rtlCol="0" anchor="b" anchorCtr="1">
            <a:spAutoFit/>
          </a:bodyPr>
          <a:lstStyle/>
          <a:p>
            <a:pPr algn="ctr"/>
            <a:r>
              <a:rPr lang="en-IN" sz="1400" b="1"/>
              <a:t>INCREASE IN QUALITY METRICS</a:t>
            </a:r>
          </a:p>
        </p:txBody>
      </p:sp>
      <p:sp>
        <p:nvSpPr>
          <p:cNvPr id="12" name="TextBox 11">
            <a:extLst>
              <a:ext uri="{FF2B5EF4-FFF2-40B4-BE49-F238E27FC236}">
                <a16:creationId xmlns:a16="http://schemas.microsoft.com/office/drawing/2014/main" id="{D1F6D0B3-7349-465C-A63F-0700E47AA3B7}"/>
              </a:ext>
            </a:extLst>
          </p:cNvPr>
          <p:cNvSpPr txBox="1"/>
          <p:nvPr/>
        </p:nvSpPr>
        <p:spPr>
          <a:xfrm>
            <a:off x="927100" y="4597400"/>
            <a:ext cx="2400300" cy="1320800"/>
          </a:xfrm>
          <a:prstGeom prst="rect">
            <a:avLst/>
          </a:prstGeom>
          <a:noFill/>
        </p:spPr>
        <p:txBody>
          <a:bodyPr vertOverflow="overflow" vert="horz" wrap="square" rtlCol="0" anchor="t">
            <a:spAutoFit/>
          </a:bodyPr>
          <a:lstStyle/>
          <a:p>
            <a:pPr algn="ctr"/>
            <a:r>
              <a:rPr lang="en-IN" sz="1200">
                <a:latin typeface="Open Sans"/>
                <a:ea typeface="Open Sans"/>
                <a:cs typeface="Open Sans"/>
              </a:rPr>
              <a:t>Sharp rise since 2015.</a:t>
            </a:r>
          </a:p>
        </p:txBody>
      </p:sp>
      <p:sp>
        <p:nvSpPr>
          <p:cNvPr id="13" name="TextBox 12">
            <a:extLst>
              <a:ext uri="{FF2B5EF4-FFF2-40B4-BE49-F238E27FC236}">
                <a16:creationId xmlns:a16="http://schemas.microsoft.com/office/drawing/2014/main" id="{9858F22F-B984-42CF-96C7-3EC54D78E999}"/>
              </a:ext>
            </a:extLst>
          </p:cNvPr>
          <p:cNvSpPr txBox="1"/>
          <p:nvPr/>
        </p:nvSpPr>
        <p:spPr>
          <a:xfrm>
            <a:off x="3505200" y="3797300"/>
            <a:ext cx="2400300" cy="736600"/>
          </a:xfrm>
          <a:prstGeom prst="rect">
            <a:avLst/>
          </a:prstGeom>
          <a:noFill/>
        </p:spPr>
        <p:txBody>
          <a:bodyPr vertOverflow="overflow" vert="horz" wrap="square" rtlCol="0" anchor="b" anchorCtr="1">
            <a:spAutoFit/>
          </a:bodyPr>
          <a:lstStyle/>
          <a:p>
            <a:pPr algn="ctr"/>
            <a:r>
              <a:rPr lang="en-IN" sz="1400" b="1"/>
              <a:t>RELIABILITY RATINGS STEADY INCREASE</a:t>
            </a:r>
          </a:p>
        </p:txBody>
      </p:sp>
      <p:sp>
        <p:nvSpPr>
          <p:cNvPr id="14" name="TextBox 13">
            <a:extLst>
              <a:ext uri="{FF2B5EF4-FFF2-40B4-BE49-F238E27FC236}">
                <a16:creationId xmlns:a16="http://schemas.microsoft.com/office/drawing/2014/main" id="{490037C3-08B2-4863-B638-0BB73CEA13D2}"/>
              </a:ext>
            </a:extLst>
          </p:cNvPr>
          <p:cNvSpPr txBox="1"/>
          <p:nvPr/>
        </p:nvSpPr>
        <p:spPr>
          <a:xfrm>
            <a:off x="3505200" y="4584700"/>
            <a:ext cx="2400300" cy="1320800"/>
          </a:xfrm>
          <a:prstGeom prst="rect">
            <a:avLst/>
          </a:prstGeom>
          <a:noFill/>
        </p:spPr>
        <p:txBody>
          <a:bodyPr vertOverflow="overflow" vert="horz" wrap="square" rtlCol="0" anchor="t">
            <a:spAutoFit/>
          </a:bodyPr>
          <a:lstStyle/>
          <a:p>
            <a:pPr algn="ctr"/>
            <a:r>
              <a:rPr lang="en-US" sz="1200">
                <a:latin typeface="Open Sans"/>
                <a:ea typeface="Open Sans"/>
                <a:cs typeface="Open Sans"/>
              </a:rPr>
              <a:t>Gradual growth over the years.</a:t>
            </a:r>
            <a:endParaRPr lang="en-IN" sz="1200">
              <a:latin typeface="Open Sans"/>
              <a:ea typeface="Open Sans"/>
              <a:cs typeface="Open Sans"/>
            </a:endParaRPr>
          </a:p>
        </p:txBody>
      </p:sp>
      <p:sp>
        <p:nvSpPr>
          <p:cNvPr id="15" name="TextBox 14">
            <a:extLst>
              <a:ext uri="{FF2B5EF4-FFF2-40B4-BE49-F238E27FC236}">
                <a16:creationId xmlns:a16="http://schemas.microsoft.com/office/drawing/2014/main" id="{6C689F05-510A-4F80-BA53-2CE5B9FCBC0C}"/>
              </a:ext>
            </a:extLst>
          </p:cNvPr>
          <p:cNvSpPr txBox="1"/>
          <p:nvPr/>
        </p:nvSpPr>
        <p:spPr>
          <a:xfrm>
            <a:off x="6286500" y="3784600"/>
            <a:ext cx="2400300" cy="736600"/>
          </a:xfrm>
          <a:prstGeom prst="rect">
            <a:avLst/>
          </a:prstGeom>
          <a:noFill/>
        </p:spPr>
        <p:txBody>
          <a:bodyPr vertOverflow="overflow" vert="horz" wrap="square" rtlCol="0" anchor="b" anchorCtr="1">
            <a:spAutoFit/>
          </a:bodyPr>
          <a:lstStyle/>
          <a:p>
            <a:pPr algn="ctr"/>
            <a:r>
              <a:rPr lang="en-IN" sz="1400" b="1"/>
              <a:t>DECREASE IN DEFECT RATES</a:t>
            </a:r>
          </a:p>
        </p:txBody>
      </p:sp>
      <p:sp>
        <p:nvSpPr>
          <p:cNvPr id="16" name="TextBox 15">
            <a:extLst>
              <a:ext uri="{FF2B5EF4-FFF2-40B4-BE49-F238E27FC236}">
                <a16:creationId xmlns:a16="http://schemas.microsoft.com/office/drawing/2014/main" id="{26182C0A-81DE-411D-9C1C-576E9779FD04}"/>
              </a:ext>
            </a:extLst>
          </p:cNvPr>
          <p:cNvSpPr txBox="1"/>
          <p:nvPr/>
        </p:nvSpPr>
        <p:spPr>
          <a:xfrm>
            <a:off x="6286500" y="4584700"/>
            <a:ext cx="2400300" cy="1320800"/>
          </a:xfrm>
          <a:prstGeom prst="rect">
            <a:avLst/>
          </a:prstGeom>
          <a:noFill/>
        </p:spPr>
        <p:txBody>
          <a:bodyPr vertOverflow="overflow" vert="horz" wrap="square" rtlCol="0" anchor="t">
            <a:spAutoFit/>
          </a:bodyPr>
          <a:lstStyle/>
          <a:p>
            <a:pPr algn="ctr"/>
            <a:r>
              <a:rPr lang="en-IN" sz="1200">
                <a:latin typeface="Open Sans"/>
                <a:ea typeface="Open Sans"/>
                <a:cs typeface="Open Sans"/>
              </a:rPr>
              <a:t>Substantial reduction achieved.</a:t>
            </a:r>
          </a:p>
        </p:txBody>
      </p:sp>
      <p:sp>
        <p:nvSpPr>
          <p:cNvPr id="17" name="TextBox 16">
            <a:extLst>
              <a:ext uri="{FF2B5EF4-FFF2-40B4-BE49-F238E27FC236}">
                <a16:creationId xmlns:a16="http://schemas.microsoft.com/office/drawing/2014/main" id="{5758C926-935A-4CB9-B135-D91231D3FF9F}"/>
              </a:ext>
            </a:extLst>
          </p:cNvPr>
          <p:cNvSpPr txBox="1"/>
          <p:nvPr/>
        </p:nvSpPr>
        <p:spPr>
          <a:xfrm>
            <a:off x="8928100" y="3784600"/>
            <a:ext cx="2400300" cy="736600"/>
          </a:xfrm>
          <a:prstGeom prst="rect">
            <a:avLst/>
          </a:prstGeom>
          <a:noFill/>
        </p:spPr>
        <p:txBody>
          <a:bodyPr vertOverflow="overflow" vert="horz" wrap="square" rtlCol="0" anchor="b" anchorCtr="1">
            <a:spAutoFit/>
          </a:bodyPr>
          <a:lstStyle/>
          <a:p>
            <a:pPr algn="ctr"/>
            <a:r>
              <a:rPr lang="en-IN" sz="1400" b="1"/>
              <a:t>GROWING CUSTOMER SATISFACTION</a:t>
            </a:r>
          </a:p>
        </p:txBody>
      </p:sp>
      <p:sp>
        <p:nvSpPr>
          <p:cNvPr id="18" name="TextBox 17">
            <a:extLst>
              <a:ext uri="{FF2B5EF4-FFF2-40B4-BE49-F238E27FC236}">
                <a16:creationId xmlns:a16="http://schemas.microsoft.com/office/drawing/2014/main" id="{F2925936-163C-42F1-A05B-B0559B4542D4}"/>
              </a:ext>
            </a:extLst>
          </p:cNvPr>
          <p:cNvSpPr txBox="1"/>
          <p:nvPr/>
        </p:nvSpPr>
        <p:spPr>
          <a:xfrm>
            <a:off x="8928100" y="4584700"/>
            <a:ext cx="2400300" cy="1320800"/>
          </a:xfrm>
          <a:prstGeom prst="rect">
            <a:avLst/>
          </a:prstGeom>
          <a:noFill/>
        </p:spPr>
        <p:txBody>
          <a:bodyPr vertOverflow="overflow" vert="horz" wrap="square" rtlCol="0" anchor="t">
            <a:spAutoFit/>
          </a:bodyPr>
          <a:lstStyle/>
          <a:p>
            <a:pPr algn="ctr"/>
            <a:r>
              <a:rPr lang="en-IN" sz="1200">
                <a:latin typeface="Open Sans"/>
                <a:ea typeface="Open Sans"/>
                <a:cs typeface="Open Sans"/>
              </a:rPr>
              <a:t>Improved feedback mechanisms.</a:t>
            </a:r>
          </a:p>
        </p:txBody>
      </p:sp>
    </p:spTree>
    <p:extLst>
      <p:ext uri="{BB962C8B-B14F-4D97-AF65-F5344CB8AC3E}">
        <p14:creationId xmlns:p14="http://schemas.microsoft.com/office/powerpoint/2010/main" val="1334541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4A3CC-EB94-6AFC-4F58-0C568EB68563}"/>
              </a:ext>
            </a:extLst>
          </p:cNvPr>
          <p:cNvSpPr>
            <a:spLocks noGrp="1"/>
          </p:cNvSpPr>
          <p:nvPr>
            <p:ph type="title"/>
          </p:nvPr>
        </p:nvSpPr>
        <p:spPr/>
        <p:txBody>
          <a:bodyPr/>
          <a:lstStyle/>
          <a:p>
            <a:r>
              <a:rPr lang="en-IN"/>
              <a:t>Risk and Compliance</a:t>
            </a:r>
          </a:p>
        </p:txBody>
      </p:sp>
      <p:pic>
        <p:nvPicPr>
          <p:cNvPr id="8" name="Picture Placeholder 7">
            <a:extLst>
              <a:ext uri="{FF2B5EF4-FFF2-40B4-BE49-F238E27FC236}">
                <a16:creationId xmlns:a16="http://schemas.microsoft.com/office/drawing/2014/main" id="{4AFA961D-E7E8-2C26-84A7-EF24F2051681}"/>
              </a:ext>
            </a:extLst>
          </p:cNvPr>
          <p:cNvPicPr>
            <a:picLocks noGrp="1" noChangeAspect="1"/>
          </p:cNvPicPr>
          <p:nvPr>
            <p:ph type="pic" sz="quarter" idx="10"/>
          </p:nvPr>
        </p:nvPicPr>
        <p:blipFill>
          <a:blip r:embed="rId2"/>
          <a:srcRect t="12902" b="12902"/>
          <a:stretch>
            <a:fillRect/>
          </a:stretch>
        </p:blipFill>
        <p:spPr/>
      </p:pic>
      <p:sp>
        <p:nvSpPr>
          <p:cNvPr id="4" name="Text Placeholder 3">
            <a:extLst>
              <a:ext uri="{FF2B5EF4-FFF2-40B4-BE49-F238E27FC236}">
                <a16:creationId xmlns:a16="http://schemas.microsoft.com/office/drawing/2014/main" id="{70302604-758D-C235-1841-16189A8F9C24}"/>
              </a:ext>
            </a:extLst>
          </p:cNvPr>
          <p:cNvSpPr>
            <a:spLocks noGrp="1"/>
          </p:cNvSpPr>
          <p:nvPr>
            <p:ph type="body" sz="quarter" idx="12"/>
          </p:nvPr>
        </p:nvSpPr>
        <p:spPr/>
        <p:txBody>
          <a:bodyPr>
            <a:normAutofit fontScale="92500"/>
          </a:bodyPr>
          <a:lstStyle/>
          <a:p>
            <a:r>
              <a:rPr lang="en-IN" dirty="0"/>
              <a:t>VALIO’S RISK MANAGEMENT STRATEGIES</a:t>
            </a:r>
          </a:p>
        </p:txBody>
      </p:sp>
      <p:sp>
        <p:nvSpPr>
          <p:cNvPr id="5" name="Text Placeholder 4">
            <a:extLst>
              <a:ext uri="{FF2B5EF4-FFF2-40B4-BE49-F238E27FC236}">
                <a16:creationId xmlns:a16="http://schemas.microsoft.com/office/drawing/2014/main" id="{F8EBE76B-2303-A1D4-D547-37E6FDDC34B5}"/>
              </a:ext>
            </a:extLst>
          </p:cNvPr>
          <p:cNvSpPr>
            <a:spLocks noGrp="1"/>
          </p:cNvSpPr>
          <p:nvPr>
            <p:ph type="body" sz="quarter" idx="13"/>
          </p:nvPr>
        </p:nvSpPr>
        <p:spPr/>
        <p:txBody>
          <a:bodyPr/>
          <a:lstStyle/>
          <a:p>
            <a:r>
              <a:rPr lang="en-US" dirty="0"/>
              <a:t>Valio utilizes statistical process controls and failure mode analysis to identify and mitigate risks. This proactive approach ensures consistent product quality.</a:t>
            </a:r>
            <a:endParaRPr lang="en-IN" dirty="0"/>
          </a:p>
        </p:txBody>
      </p:sp>
      <p:sp>
        <p:nvSpPr>
          <p:cNvPr id="6" name="Text Placeholder 5">
            <a:extLst>
              <a:ext uri="{FF2B5EF4-FFF2-40B4-BE49-F238E27FC236}">
                <a16:creationId xmlns:a16="http://schemas.microsoft.com/office/drawing/2014/main" id="{FECEB9AA-1C58-F839-AB93-44A6E163ADDD}"/>
              </a:ext>
            </a:extLst>
          </p:cNvPr>
          <p:cNvSpPr>
            <a:spLocks noGrp="1"/>
          </p:cNvSpPr>
          <p:nvPr>
            <p:ph type="body" sz="quarter" idx="14"/>
          </p:nvPr>
        </p:nvSpPr>
        <p:spPr/>
        <p:txBody>
          <a:bodyPr>
            <a:normAutofit fontScale="92500"/>
          </a:bodyPr>
          <a:lstStyle/>
          <a:p>
            <a:r>
              <a:rPr lang="en-IN"/>
              <a:t>REGULATORY COMPLIANCE STANDARDS</a:t>
            </a:r>
          </a:p>
        </p:txBody>
      </p:sp>
      <p:sp>
        <p:nvSpPr>
          <p:cNvPr id="7" name="Text Placeholder 6">
            <a:extLst>
              <a:ext uri="{FF2B5EF4-FFF2-40B4-BE49-F238E27FC236}">
                <a16:creationId xmlns:a16="http://schemas.microsoft.com/office/drawing/2014/main" id="{9E7C16F7-FD63-374A-6076-52823DD5490C}"/>
              </a:ext>
            </a:extLst>
          </p:cNvPr>
          <p:cNvSpPr>
            <a:spLocks noGrp="1"/>
          </p:cNvSpPr>
          <p:nvPr>
            <p:ph type="body" sz="quarter" idx="15"/>
          </p:nvPr>
        </p:nvSpPr>
        <p:spPr/>
        <p:txBody>
          <a:bodyPr/>
          <a:lstStyle/>
          <a:p>
            <a:r>
              <a:rPr lang="en-US" dirty="0"/>
              <a:t>Valio adheres to ISO 22000, HACCP, and FSSC 22000 standards. This compliance reinforces product safety while maintaining credibility in the industry.</a:t>
            </a:r>
            <a:endParaRPr lang="en-IN" dirty="0"/>
          </a:p>
        </p:txBody>
      </p:sp>
    </p:spTree>
    <p:extLst>
      <p:ext uri="{BB962C8B-B14F-4D97-AF65-F5344CB8AC3E}">
        <p14:creationId xmlns:p14="http://schemas.microsoft.com/office/powerpoint/2010/main" val="4178284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8F48C-BE89-2670-458C-24B0C4F67339}"/>
              </a:ext>
            </a:extLst>
          </p:cNvPr>
          <p:cNvSpPr>
            <a:spLocks noGrp="1"/>
          </p:cNvSpPr>
          <p:nvPr>
            <p:ph type="title"/>
          </p:nvPr>
        </p:nvSpPr>
        <p:spPr>
          <a:xfrm>
            <a:off x="550862" y="1319753"/>
            <a:ext cx="6180138" cy="1935512"/>
          </a:xfrm>
        </p:spPr>
        <p:txBody>
          <a:bodyPr>
            <a:normAutofit/>
          </a:bodyPr>
          <a:lstStyle/>
          <a:p>
            <a:r>
              <a:rPr lang="en-IN" b="1" dirty="0">
                <a:solidFill>
                  <a:schemeClr val="tx1"/>
                </a:solidFill>
                <a:latin typeface="+mn-lt"/>
              </a:rPr>
              <a:t>Challenges and </a:t>
            </a:r>
            <a:r>
              <a:rPr lang="en-US" b="1" u="none" strike="noStrike" cap="none" spc="0" dirty="0">
                <a:solidFill>
                  <a:schemeClr val="tx1"/>
                </a:solidFill>
                <a:latin typeface="+mn-lt"/>
              </a:rPr>
              <a:t>Reflections</a:t>
            </a:r>
            <a:endParaRPr lang="en-IN" b="1" dirty="0">
              <a:solidFill>
                <a:schemeClr val="tx1"/>
              </a:solidFill>
              <a:latin typeface="+mn-lt"/>
            </a:endParaRPr>
          </a:p>
        </p:txBody>
      </p:sp>
      <p:sp>
        <p:nvSpPr>
          <p:cNvPr id="3" name="Text Placeholder 2">
            <a:extLst>
              <a:ext uri="{FF2B5EF4-FFF2-40B4-BE49-F238E27FC236}">
                <a16:creationId xmlns:a16="http://schemas.microsoft.com/office/drawing/2014/main" id="{7F4EBD5B-88C7-C913-7AB5-FECEF2CEA9C0}"/>
              </a:ext>
            </a:extLst>
          </p:cNvPr>
          <p:cNvSpPr>
            <a:spLocks noGrp="1"/>
          </p:cNvSpPr>
          <p:nvPr>
            <p:ph type="body" sz="quarter" idx="10"/>
          </p:nvPr>
        </p:nvSpPr>
        <p:spPr>
          <a:xfrm>
            <a:off x="550862" y="3429000"/>
            <a:ext cx="6180138" cy="2708367"/>
          </a:xfrm>
        </p:spPr>
        <p:txBody>
          <a:bodyPr/>
          <a:lstStyle/>
          <a:p>
            <a:r>
              <a:rPr lang="en-US" sz="1600" u="none" strike="noStrike" cap="none" spc="0" dirty="0">
                <a:solidFill>
                  <a:schemeClr val="tx1"/>
                </a:solidFill>
              </a:rPr>
              <a:t>Implementation of advanced systems may be resource-intensive.
Dependence on technology requires careful management to avoid over-automation.
Sustainability initiatives must balance profitability and environmental responsibility.</a:t>
            </a:r>
          </a:p>
          <a:p>
            <a:endParaRPr lang="en-IN" dirty="0"/>
          </a:p>
        </p:txBody>
      </p:sp>
      <p:pic>
        <p:nvPicPr>
          <p:cNvPr id="6" name="Picture Placeholder 5">
            <a:extLst>
              <a:ext uri="{FF2B5EF4-FFF2-40B4-BE49-F238E27FC236}">
                <a16:creationId xmlns:a16="http://schemas.microsoft.com/office/drawing/2014/main" id="{14047B92-2234-E493-3B54-BC3EBE9A0A1B}"/>
              </a:ext>
            </a:extLst>
          </p:cNvPr>
          <p:cNvPicPr>
            <a:picLocks noGrp="1" noChangeAspect="1"/>
          </p:cNvPicPr>
          <p:nvPr>
            <p:ph type="pic" sz="quarter" idx="12"/>
          </p:nvPr>
        </p:nvPicPr>
        <p:blipFill>
          <a:blip r:embed="rId2"/>
          <a:srcRect l="24664" r="24664"/>
          <a:stretch>
            <a:fillRect/>
          </a:stretch>
        </p:blipFill>
        <p:spPr/>
      </p:pic>
    </p:spTree>
    <p:extLst>
      <p:ext uri="{BB962C8B-B14F-4D97-AF65-F5344CB8AC3E}">
        <p14:creationId xmlns:p14="http://schemas.microsoft.com/office/powerpoint/2010/main" val="4116970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5E26B-9F7D-16BE-5AD2-54E8EB2E41CE}"/>
              </a:ext>
            </a:extLst>
          </p:cNvPr>
          <p:cNvSpPr>
            <a:spLocks noGrp="1"/>
          </p:cNvSpPr>
          <p:nvPr>
            <p:ph type="title"/>
          </p:nvPr>
        </p:nvSpPr>
        <p:spPr>
          <a:xfrm>
            <a:off x="418888" y="509047"/>
            <a:ext cx="5332405" cy="1619054"/>
          </a:xfrm>
        </p:spPr>
        <p:txBody>
          <a:bodyPr/>
          <a:lstStyle/>
          <a:p>
            <a:r>
              <a:rPr lang="en-IN" dirty="0"/>
              <a:t>Conclusion</a:t>
            </a:r>
          </a:p>
        </p:txBody>
      </p:sp>
      <p:sp>
        <p:nvSpPr>
          <p:cNvPr id="3" name="Text Placeholder 2">
            <a:extLst>
              <a:ext uri="{FF2B5EF4-FFF2-40B4-BE49-F238E27FC236}">
                <a16:creationId xmlns:a16="http://schemas.microsoft.com/office/drawing/2014/main" id="{772CCEBD-D720-8D2A-CFAE-CF9214B87DB5}"/>
              </a:ext>
            </a:extLst>
          </p:cNvPr>
          <p:cNvSpPr>
            <a:spLocks noGrp="1"/>
          </p:cNvSpPr>
          <p:nvPr>
            <p:ph type="body" sz="quarter" idx="12"/>
          </p:nvPr>
        </p:nvSpPr>
        <p:spPr>
          <a:xfrm>
            <a:off x="418887" y="2744801"/>
            <a:ext cx="5332406" cy="1985099"/>
          </a:xfrm>
        </p:spPr>
        <p:txBody>
          <a:bodyPr/>
          <a:lstStyle/>
          <a:p>
            <a:r>
              <a:rPr lang="en-US" sz="1600" b="1" u="none" strike="noStrike" cap="none" spc="0" dirty="0">
                <a:solidFill>
                  <a:schemeClr val="tx1"/>
                </a:solidFill>
              </a:rPr>
              <a:t>Strategic development in Valio's quality and reliability focuses on advanced management systems and technology integration. Expected outcomes are improved operational efficiency, enhanced consumer confidence, and a stronger market position.</a:t>
            </a:r>
          </a:p>
          <a:p>
            <a:endParaRPr lang="en-IN" dirty="0"/>
          </a:p>
        </p:txBody>
      </p:sp>
    </p:spTree>
    <p:extLst>
      <p:ext uri="{BB962C8B-B14F-4D97-AF65-F5344CB8AC3E}">
        <p14:creationId xmlns:p14="http://schemas.microsoft.com/office/powerpoint/2010/main" val="2553089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31045-BD6A-FAD4-4975-C72AC493F5AA}"/>
              </a:ext>
            </a:extLst>
          </p:cNvPr>
          <p:cNvSpPr>
            <a:spLocks noGrp="1"/>
          </p:cNvSpPr>
          <p:nvPr>
            <p:ph type="title"/>
          </p:nvPr>
        </p:nvSpPr>
        <p:spPr>
          <a:xfrm>
            <a:off x="993921" y="3274662"/>
            <a:ext cx="6180138" cy="2535266"/>
          </a:xfrm>
        </p:spPr>
        <p:txBody>
          <a:bodyPr/>
          <a:lstStyle/>
          <a:p>
            <a:r>
              <a:rPr lang="en-IN" dirty="0"/>
              <a:t>Thank You!</a:t>
            </a:r>
          </a:p>
        </p:txBody>
      </p:sp>
      <p:pic>
        <p:nvPicPr>
          <p:cNvPr id="6" name="Picture Placeholder 5">
            <a:extLst>
              <a:ext uri="{FF2B5EF4-FFF2-40B4-BE49-F238E27FC236}">
                <a16:creationId xmlns:a16="http://schemas.microsoft.com/office/drawing/2014/main" id="{D638482B-7564-EFB3-1FF1-2CF4BAD633A9}"/>
              </a:ext>
            </a:extLst>
          </p:cNvPr>
          <p:cNvPicPr>
            <a:picLocks noGrp="1" noChangeAspect="1"/>
          </p:cNvPicPr>
          <p:nvPr>
            <p:ph type="pic" sz="quarter" idx="12"/>
          </p:nvPr>
        </p:nvPicPr>
        <p:blipFill>
          <a:blip r:embed="rId2"/>
          <a:srcRect l="24642" r="24642"/>
          <a:stretch>
            <a:fillRect/>
          </a:stretch>
        </p:blipFill>
        <p:spPr>
          <a:xfrm>
            <a:off x="6856740" y="40419"/>
            <a:ext cx="5148000" cy="6777161"/>
          </a:xfrm>
        </p:spPr>
      </p:pic>
    </p:spTree>
    <p:extLst>
      <p:ext uri="{BB962C8B-B14F-4D97-AF65-F5344CB8AC3E}">
        <p14:creationId xmlns:p14="http://schemas.microsoft.com/office/powerpoint/2010/main" val="364833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nt">
  <a:themeElements>
    <a:clrScheme name="01">
      <a:dk1>
        <a:srgbClr val="000000"/>
      </a:dk1>
      <a:lt1>
        <a:sysClr val="window" lastClr="FFFFFF"/>
      </a:lt1>
      <a:dk2>
        <a:srgbClr val="2D3436"/>
      </a:dk2>
      <a:lt2>
        <a:srgbClr val="DFE6E9"/>
      </a:lt2>
      <a:accent1>
        <a:srgbClr val="55EFC4"/>
      </a:accent1>
      <a:accent2>
        <a:srgbClr val="81ECEC"/>
      </a:accent2>
      <a:accent3>
        <a:srgbClr val="74B9FF"/>
      </a:accent3>
      <a:accent4>
        <a:srgbClr val="A29BFE"/>
      </a:accent4>
      <a:accent5>
        <a:srgbClr val="FAB1A0"/>
      </a:accent5>
      <a:accent6>
        <a:srgbClr val="FF7675"/>
      </a:accent6>
      <a:hlink>
        <a:srgbClr val="0563C1"/>
      </a:hlink>
      <a:folHlink>
        <a:srgbClr val="954F72"/>
      </a:folHlink>
    </a:clrScheme>
    <a:fontScheme name="Montserrat ExtraBold - Open Sans">
      <a:majorFont>
        <a:latin typeface="Montserrat ExtraBold"/>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773EFF6-F530-4FE7-BCB1-05B3E1FCFEBD}">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71</TotalTime>
  <Words>650</Words>
  <Application>Microsoft Office PowerPoint</Application>
  <PresentationFormat>Widescreen</PresentationFormat>
  <Paragraphs>84</Paragraphs>
  <Slides>13</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vt:i4>
      </vt:variant>
    </vt:vector>
  </HeadingPairs>
  <TitlesOfParts>
    <vt:vector size="21" baseType="lpstr">
      <vt:lpstr>Arial</vt:lpstr>
      <vt:lpstr>Calibri</vt:lpstr>
      <vt:lpstr>Calibri Light</vt:lpstr>
      <vt:lpstr>Microsoft Sans Serif</vt:lpstr>
      <vt:lpstr>Montserrat ExtraBold</vt:lpstr>
      <vt:lpstr>Open Sans</vt:lpstr>
      <vt:lpstr>Office Theme</vt:lpstr>
      <vt:lpstr>Mint</vt:lpstr>
      <vt:lpstr>Quality and Reliability in the Food Industry</vt:lpstr>
      <vt:lpstr>Introduction</vt:lpstr>
      <vt:lpstr>Key Factors Impacting Quality</vt:lpstr>
      <vt:lpstr>Valio: Company Overview</vt:lpstr>
      <vt:lpstr>Valio's Quality Assurance Strategies</vt:lpstr>
      <vt:lpstr>Technological Integration at Valio</vt:lpstr>
      <vt:lpstr>PowerPoint Presentation</vt:lpstr>
      <vt:lpstr>PowerPoint Presentation</vt:lpstr>
      <vt:lpstr>PowerPoint Presentation</vt:lpstr>
      <vt:lpstr>Risk and Compliance</vt:lpstr>
      <vt:lpstr>Challenges and Reflections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Shebina mariyam Baby</dc:creator>
  <cp:lastModifiedBy>Shebina mariyam Baby</cp:lastModifiedBy>
  <cp:revision>4</cp:revision>
  <dcterms:created xsi:type="dcterms:W3CDTF">2024-11-25T15:23:55Z</dcterms:created>
  <dcterms:modified xsi:type="dcterms:W3CDTF">2024-11-25T16:50:22Z</dcterms:modified>
</cp:coreProperties>
</file>