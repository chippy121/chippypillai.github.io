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notesMasterIdLst>
    <p:notesMasterId r:id="rId22"/>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uezon Renewable Energy Hub Investor Presentation" id="{79DDC799-23CC-41B8-BCBE-2F0C46CEC53A}">
          <p14:sldIdLst>
            <p14:sldId id="2561"/>
          </p14:sldIdLst>
        </p14:section>
        <p14:section name="Project Overview" id="{44A785BC-B2FD-4200-9E1F-5AAD6D3C591F}">
          <p14:sldIdLst>
            <p14:sldId id="2562"/>
            <p14:sldId id="2563"/>
          </p14:sldIdLst>
        </p14:section>
        <p14:section name="Market Opportunity" id="{34AAD772-7F5D-449F-830C-7E1EEBAE835C}">
          <p14:sldIdLst>
            <p14:sldId id="2564"/>
            <p14:sldId id="2565"/>
          </p14:sldIdLst>
        </p14:section>
        <p14:section name="Financial Highlights" id="{1A9A8C55-26BF-4F08-930E-4515F067502C}">
          <p14:sldIdLst>
            <p14:sldId id="2566"/>
            <p14:sldId id="2567"/>
          </p14:sldIdLst>
        </p14:section>
        <p14:section name="Risk Mitigation Strategies" id="{5D8C6760-E76C-49A4-9683-2A91E5F6F354}">
          <p14:sldIdLst>
            <p14:sldId id="2568"/>
            <p14:sldId id="2569"/>
          </p14:sldIdLst>
        </p14:section>
        <p14:section name="ESG Commitments" id="{656E42C5-6B9F-477D-ADFC-C67BDF5437D8}">
          <p14:sldIdLst>
            <p14:sldId id="2570"/>
            <p14:sldId id="2571"/>
          </p14:sldIdLst>
        </p14:section>
        <p14:section name="Scenario Analysis" id="{371AF99F-07E8-423D-A12F-98166ED9BA14}">
          <p14:sldIdLst>
            <p14:sldId id="2572"/>
            <p14:sldId id="2573"/>
          </p14:sldIdLst>
        </p14:section>
        <p14:section name="Call to Action" id="{EAAE142C-11C3-42FA-AC5C-EFDA652CFF5F}">
          <p14:sldIdLst>
            <p14:sldId id="2574"/>
            <p14:sldId id="2575"/>
            <p14:sldId id="2576"/>
            <p14:sldId id="25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2B4EA8-9154-4889-BD7A-12D81D52C354}" v="16" dt="2025-11-09T10:59:50.107"/>
  </p1510:revLst>
</p1510:revInfo>
</file>

<file path=ppt/tableStyles.xml><?xml version="1.0" encoding="utf-8"?>
<a:tblStyleLst xmlns:a="http://schemas.openxmlformats.org/drawingml/2006/main" def="{7E9639D4-E3E2-4D34-9284-5A2195B3D0D7}">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5" autoAdjust="0"/>
    <p:restoredTop sz="94486" autoAdjust="0"/>
  </p:normalViewPr>
  <p:slideViewPr>
    <p:cSldViewPr snapToGrid="0" showGuides="1">
      <p:cViewPr>
        <p:scale>
          <a:sx n="95" d="100"/>
          <a:sy n="95" d="100"/>
        </p:scale>
        <p:origin x="72" y="78"/>
      </p:cViewPr>
      <p:guideLst>
        <p:guide orient="horz" pos="2160"/>
        <p:guide pos="3840"/>
      </p:guideLst>
    </p:cSldViewPr>
  </p:slideViewPr>
  <p:notesTextViewPr>
    <p:cViewPr>
      <p:scale>
        <a:sx n="1" d="1"/>
        <a:sy n="1" d="1"/>
      </p:scale>
      <p:origin x="0" y="0"/>
    </p:cViewPr>
  </p:notesTextViewPr>
  <p:sorterViewPr>
    <p:cViewPr>
      <p:scale>
        <a:sx n="100" d="100"/>
        <a:sy n="100" d="100"/>
      </p:scale>
      <p:origin x="0" y="-551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736706-C1C4-4333-9E83-B6A4E52EFDEF}"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C06F648D-6DC6-4DC8-88D5-4096830CA4A9}">
      <dgm:prSet/>
      <dgm:spPr/>
      <dgm:t>
        <a:bodyPr/>
        <a:lstStyle/>
        <a:p>
          <a:pPr>
            <a:lnSpc>
              <a:spcPct val="100000"/>
            </a:lnSpc>
            <a:defRPr b="1"/>
          </a:pPr>
          <a:r>
            <a:rPr lang="en-US"/>
            <a:t>Invitation to Invest</a:t>
          </a:r>
        </a:p>
      </dgm:t>
    </dgm:pt>
    <dgm:pt modelId="{CCDF739F-9D34-4105-9488-FC1B38540A64}" type="parTrans" cxnId="{ED9DE5D8-C303-47D9-8A3F-094B23B223B6}">
      <dgm:prSet/>
      <dgm:spPr/>
      <dgm:t>
        <a:bodyPr/>
        <a:lstStyle/>
        <a:p>
          <a:endParaRPr lang="en-US"/>
        </a:p>
      </dgm:t>
    </dgm:pt>
    <dgm:pt modelId="{8DBEED56-39B5-4578-8142-BFC5C12E918C}" type="sibTrans" cxnId="{ED9DE5D8-C303-47D9-8A3F-094B23B223B6}">
      <dgm:prSet/>
      <dgm:spPr/>
      <dgm:t>
        <a:bodyPr/>
        <a:lstStyle/>
        <a:p>
          <a:pPr>
            <a:lnSpc>
              <a:spcPct val="100000"/>
            </a:lnSpc>
            <a:defRPr b="1"/>
          </a:pPr>
          <a:endParaRPr lang="en-US"/>
        </a:p>
      </dgm:t>
    </dgm:pt>
    <dgm:pt modelId="{9E5F82BC-2F05-4955-B661-1C080999F47F}">
      <dgm:prSet/>
      <dgm:spPr/>
      <dgm:t>
        <a:bodyPr/>
        <a:lstStyle/>
        <a:p>
          <a:pPr>
            <a:lnSpc>
              <a:spcPct val="100000"/>
            </a:lnSpc>
          </a:pPr>
          <a:r>
            <a:rPr lang="en-US"/>
            <a:t>We invite investors to join in advancing sustainable energy for a cleaner future with high-impact projects.</a:t>
          </a:r>
        </a:p>
      </dgm:t>
    </dgm:pt>
    <dgm:pt modelId="{519EE5F9-34D0-4839-8E55-9859F0EF63DA}" type="parTrans" cxnId="{E2645FDE-ED7C-4C23-A3C1-3F8062749D5F}">
      <dgm:prSet/>
      <dgm:spPr/>
      <dgm:t>
        <a:bodyPr/>
        <a:lstStyle/>
        <a:p>
          <a:endParaRPr lang="en-US"/>
        </a:p>
      </dgm:t>
    </dgm:pt>
    <dgm:pt modelId="{EFC95471-1911-402D-9B35-6231E781BE3A}" type="sibTrans" cxnId="{E2645FDE-ED7C-4C23-A3C1-3F8062749D5F}">
      <dgm:prSet/>
      <dgm:spPr/>
      <dgm:t>
        <a:bodyPr/>
        <a:lstStyle/>
        <a:p>
          <a:endParaRPr lang="en-US"/>
        </a:p>
      </dgm:t>
    </dgm:pt>
    <dgm:pt modelId="{7DA8405F-FCE4-4448-B007-D30CFC3FA43A}">
      <dgm:prSet/>
      <dgm:spPr/>
      <dgm:t>
        <a:bodyPr/>
        <a:lstStyle/>
        <a:p>
          <a:pPr>
            <a:lnSpc>
              <a:spcPct val="100000"/>
            </a:lnSpc>
            <a:defRPr b="1"/>
          </a:pPr>
          <a:r>
            <a:rPr lang="en-US"/>
            <a:t>Project Opportunity</a:t>
          </a:r>
        </a:p>
      </dgm:t>
    </dgm:pt>
    <dgm:pt modelId="{8987EEFC-3EF9-4B14-8079-346217F8314C}" type="parTrans" cxnId="{B25AFAED-6776-4FC2-B28F-F3DF658FB9FF}">
      <dgm:prSet/>
      <dgm:spPr/>
      <dgm:t>
        <a:bodyPr/>
        <a:lstStyle/>
        <a:p>
          <a:endParaRPr lang="en-US"/>
        </a:p>
      </dgm:t>
    </dgm:pt>
    <dgm:pt modelId="{CE534067-A4EE-4A39-8FE4-EF7635B591B1}" type="sibTrans" cxnId="{B25AFAED-6776-4FC2-B28F-F3DF658FB9FF}">
      <dgm:prSet/>
      <dgm:spPr/>
      <dgm:t>
        <a:bodyPr/>
        <a:lstStyle/>
        <a:p>
          <a:pPr>
            <a:lnSpc>
              <a:spcPct val="100000"/>
            </a:lnSpc>
            <a:defRPr b="1"/>
          </a:pPr>
          <a:endParaRPr lang="en-US"/>
        </a:p>
      </dgm:t>
    </dgm:pt>
    <dgm:pt modelId="{CC7B2E06-4F69-41D8-8058-90CAA9101A0C}">
      <dgm:prSet/>
      <dgm:spPr/>
      <dgm:t>
        <a:bodyPr/>
        <a:lstStyle/>
        <a:p>
          <a:pPr>
            <a:lnSpc>
              <a:spcPct val="100000"/>
            </a:lnSpc>
          </a:pPr>
          <a:r>
            <a:rPr lang="en-US"/>
            <a:t>The Quezon Renewable Energy Hub offers a high-return project aligned with global climate goals.</a:t>
          </a:r>
        </a:p>
      </dgm:t>
    </dgm:pt>
    <dgm:pt modelId="{1435CDCB-B544-46EF-9355-41B645BE76CA}" type="parTrans" cxnId="{E77042BA-DD13-4B64-A295-1E5C23BE28E9}">
      <dgm:prSet/>
      <dgm:spPr/>
      <dgm:t>
        <a:bodyPr/>
        <a:lstStyle/>
        <a:p>
          <a:endParaRPr lang="en-US"/>
        </a:p>
      </dgm:t>
    </dgm:pt>
    <dgm:pt modelId="{44FEBDF4-79D5-4891-B7FF-69B0F49E5164}" type="sibTrans" cxnId="{E77042BA-DD13-4B64-A295-1E5C23BE28E9}">
      <dgm:prSet/>
      <dgm:spPr/>
      <dgm:t>
        <a:bodyPr/>
        <a:lstStyle/>
        <a:p>
          <a:endParaRPr lang="en-US"/>
        </a:p>
      </dgm:t>
    </dgm:pt>
    <dgm:pt modelId="{2F6DA85E-B27A-40C8-AC26-120FC3DA469E}">
      <dgm:prSet/>
      <dgm:spPr/>
      <dgm:t>
        <a:bodyPr/>
        <a:lstStyle/>
        <a:p>
          <a:pPr>
            <a:lnSpc>
              <a:spcPct val="100000"/>
            </a:lnSpc>
            <a:defRPr b="1"/>
          </a:pPr>
          <a:r>
            <a:rPr lang="en-US"/>
            <a:t>Contact Information</a:t>
          </a:r>
        </a:p>
      </dgm:t>
    </dgm:pt>
    <dgm:pt modelId="{C91AD0F6-21AB-4586-AF86-6C8A31EF7501}" type="parTrans" cxnId="{422862CE-AE43-4F9E-87A9-C821237A3CBB}">
      <dgm:prSet/>
      <dgm:spPr/>
      <dgm:t>
        <a:bodyPr/>
        <a:lstStyle/>
        <a:p>
          <a:endParaRPr lang="en-US"/>
        </a:p>
      </dgm:t>
    </dgm:pt>
    <dgm:pt modelId="{A9D68637-F93C-4E0C-8312-5910C1FF80BC}" type="sibTrans" cxnId="{422862CE-AE43-4F9E-87A9-C821237A3CBB}">
      <dgm:prSet/>
      <dgm:spPr/>
      <dgm:t>
        <a:bodyPr/>
        <a:lstStyle/>
        <a:p>
          <a:endParaRPr lang="en-US"/>
        </a:p>
      </dgm:t>
    </dgm:pt>
    <dgm:pt modelId="{8925A4E7-D4AC-4B71-B885-8C27F4CB8923}">
      <dgm:prSet/>
      <dgm:spPr/>
      <dgm:t>
        <a:bodyPr/>
        <a:lstStyle/>
        <a:p>
          <a:pPr>
            <a:lnSpc>
              <a:spcPct val="100000"/>
            </a:lnSpc>
          </a:pPr>
          <a:r>
            <a:rPr lang="en-US"/>
            <a:t>For inquiries and partnerships, contact via email or visit the project website for more details.</a:t>
          </a:r>
        </a:p>
      </dgm:t>
    </dgm:pt>
    <dgm:pt modelId="{A9604C4B-16AE-4D8B-ADB7-5C4651E97131}" type="parTrans" cxnId="{4BEFA87E-6D04-4DBE-ACFC-768810503127}">
      <dgm:prSet/>
      <dgm:spPr/>
      <dgm:t>
        <a:bodyPr/>
        <a:lstStyle/>
        <a:p>
          <a:endParaRPr lang="en-US"/>
        </a:p>
      </dgm:t>
    </dgm:pt>
    <dgm:pt modelId="{A2F14196-B936-4145-833F-544D3250E256}" type="sibTrans" cxnId="{4BEFA87E-6D04-4DBE-ACFC-768810503127}">
      <dgm:prSet/>
      <dgm:spPr/>
      <dgm:t>
        <a:bodyPr/>
        <a:lstStyle/>
        <a:p>
          <a:endParaRPr lang="en-US"/>
        </a:p>
      </dgm:t>
    </dgm:pt>
    <dgm:pt modelId="{6BCAE31B-A27F-4219-9C1A-46336AA4B456}" type="pres">
      <dgm:prSet presAssocID="{AB736706-C1C4-4333-9E83-B6A4E52EFDEF}" presName="Root" presStyleCnt="0">
        <dgm:presLayoutVars>
          <dgm:dir/>
          <dgm:resizeHandles val="exact"/>
        </dgm:presLayoutVars>
      </dgm:prSet>
      <dgm:spPr/>
    </dgm:pt>
    <dgm:pt modelId="{EF4D3BA6-D62C-4C39-AC9B-1CB6DFD00D78}" type="pres">
      <dgm:prSet presAssocID="{C06F648D-6DC6-4DC8-88D5-4096830CA4A9}" presName="Composite" presStyleCnt="0"/>
      <dgm:spPr/>
    </dgm:pt>
    <dgm:pt modelId="{C5538C3F-CCC7-4970-B5B3-D7509DE621CE}" type="pres">
      <dgm:prSet presAssocID="{C06F648D-6DC6-4DC8-88D5-4096830CA4A9}"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6065" r="7436" b="2"/>
          <a:stretch/>
        </a:blipFill>
      </dgm:spPr>
      <dgm:extLst>
        <a:ext uri="{E40237B7-FDA0-4F09-8148-C483321AD2D9}">
          <dgm14:cNvPr xmlns:dgm14="http://schemas.microsoft.com/office/drawing/2010/diagram" id="0" name="" descr="Solar panel handshaking"/>
        </a:ext>
      </dgm:extLst>
    </dgm:pt>
    <dgm:pt modelId="{41BE7423-7861-43E3-BB62-51CE64895BDA}" type="pres">
      <dgm:prSet presAssocID="{C06F648D-6DC6-4DC8-88D5-4096830CA4A9}" presName="Subtitle" presStyleLbl="revTx" presStyleIdx="0" presStyleCnt="6">
        <dgm:presLayoutVars>
          <dgm:chMax val="0"/>
          <dgm:bulletEnabled/>
        </dgm:presLayoutVars>
      </dgm:prSet>
      <dgm:spPr/>
    </dgm:pt>
    <dgm:pt modelId="{ECC205B9-6E97-4B13-9576-9DFD161381A0}" type="pres">
      <dgm:prSet presAssocID="{C06F648D-6DC6-4DC8-88D5-4096830CA4A9}" presName="Description" presStyleLbl="revTx" presStyleIdx="1" presStyleCnt="6">
        <dgm:presLayoutVars>
          <dgm:bulletEnabled/>
        </dgm:presLayoutVars>
      </dgm:prSet>
      <dgm:spPr/>
    </dgm:pt>
    <dgm:pt modelId="{B4E69A7B-9DA3-4168-B7CB-C7CEA8AD2346}" type="pres">
      <dgm:prSet presAssocID="{8DBEED56-39B5-4578-8142-BFC5C12E918C}" presName="sibTrans" presStyleLbl="sibTrans2D1" presStyleIdx="0" presStyleCnt="0"/>
      <dgm:spPr/>
    </dgm:pt>
    <dgm:pt modelId="{06A453F8-00F3-4A56-A43B-8C14BCB4C55D}" type="pres">
      <dgm:prSet presAssocID="{7DA8405F-FCE4-4448-B007-D30CFC3FA43A}" presName="Composite" presStyleCnt="0"/>
      <dgm:spPr/>
    </dgm:pt>
    <dgm:pt modelId="{B6C86B10-B63B-4429-9331-A7B8E1D2185A}" type="pres">
      <dgm:prSet presAssocID="{7DA8405F-FCE4-4448-B007-D30CFC3FA43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9973" r="13282" b="8"/>
          <a:stretch/>
        </a:blipFill>
      </dgm:spPr>
      <dgm:extLst>
        <a:ext uri="{E40237B7-FDA0-4F09-8148-C483321AD2D9}">
          <dgm14:cNvPr xmlns:dgm14="http://schemas.microsoft.com/office/drawing/2010/diagram" id="0" name="" descr="Aerial view of wind and photovoltaic power generation scenes"/>
        </a:ext>
      </dgm:extLst>
    </dgm:pt>
    <dgm:pt modelId="{D171212E-F91C-44A8-9C34-D1A3FE4B1D5C}" type="pres">
      <dgm:prSet presAssocID="{7DA8405F-FCE4-4448-B007-D30CFC3FA43A}" presName="Subtitle" presStyleLbl="revTx" presStyleIdx="2" presStyleCnt="6">
        <dgm:presLayoutVars>
          <dgm:chMax val="0"/>
          <dgm:bulletEnabled/>
        </dgm:presLayoutVars>
      </dgm:prSet>
      <dgm:spPr/>
    </dgm:pt>
    <dgm:pt modelId="{49641E11-0B36-48A0-9A1F-EF7BEA0ADD7D}" type="pres">
      <dgm:prSet presAssocID="{7DA8405F-FCE4-4448-B007-D30CFC3FA43A}" presName="Description" presStyleLbl="revTx" presStyleIdx="3" presStyleCnt="6">
        <dgm:presLayoutVars>
          <dgm:bulletEnabled/>
        </dgm:presLayoutVars>
      </dgm:prSet>
      <dgm:spPr/>
    </dgm:pt>
    <dgm:pt modelId="{0F40E5D4-5654-4AF3-873A-BC23405163CD}" type="pres">
      <dgm:prSet presAssocID="{CE534067-A4EE-4A39-8FE4-EF7635B591B1}" presName="sibTrans" presStyleLbl="sibTrans2D1" presStyleIdx="0" presStyleCnt="0"/>
      <dgm:spPr/>
    </dgm:pt>
    <dgm:pt modelId="{16F0212A-8834-45A5-AB44-0714F11A7511}" type="pres">
      <dgm:prSet presAssocID="{2F6DA85E-B27A-40C8-AC26-120FC3DA469E}" presName="Composite" presStyleCnt="0"/>
      <dgm:spPr/>
    </dgm:pt>
    <dgm:pt modelId="{3B57780C-43A2-49F9-BA1F-363C992D59B7}" type="pres">
      <dgm:prSet presAssocID="{2F6DA85E-B27A-40C8-AC26-120FC3DA469E}"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2139" r="5856" b="-7"/>
          <a:stretch/>
        </a:blipFill>
      </dgm:spPr>
      <dgm:extLst>
        <a:ext uri="{E40237B7-FDA0-4F09-8148-C483321AD2D9}">
          <dgm14:cNvPr xmlns:dgm14="http://schemas.microsoft.com/office/drawing/2010/diagram" id="0" name="" descr="Online Message Concept on Pixelated Background"/>
        </a:ext>
      </dgm:extLst>
    </dgm:pt>
    <dgm:pt modelId="{B4BCBF69-B685-4101-B7B0-05F493D99EF0}" type="pres">
      <dgm:prSet presAssocID="{2F6DA85E-B27A-40C8-AC26-120FC3DA469E}" presName="Subtitle" presStyleLbl="revTx" presStyleIdx="4" presStyleCnt="6">
        <dgm:presLayoutVars>
          <dgm:chMax val="0"/>
          <dgm:bulletEnabled/>
        </dgm:presLayoutVars>
      </dgm:prSet>
      <dgm:spPr/>
    </dgm:pt>
    <dgm:pt modelId="{90360FDA-62B3-43B6-B3FE-AF8CECA01CF6}" type="pres">
      <dgm:prSet presAssocID="{2F6DA85E-B27A-40C8-AC26-120FC3DA469E}" presName="Description" presStyleLbl="revTx" presStyleIdx="5" presStyleCnt="6">
        <dgm:presLayoutVars>
          <dgm:bulletEnabled/>
        </dgm:presLayoutVars>
      </dgm:prSet>
      <dgm:spPr/>
    </dgm:pt>
  </dgm:ptLst>
  <dgm:cxnLst>
    <dgm:cxn modelId="{B1C52824-0980-4C82-A156-E5EA2787B277}" type="presOf" srcId="{C06F648D-6DC6-4DC8-88D5-4096830CA4A9}" destId="{41BE7423-7861-43E3-BB62-51CE64895BDA}" srcOrd="0" destOrd="0" presId="urn:microsoft.com/office/officeart/2024/3/layout/verticalVisualTextBlock1"/>
    <dgm:cxn modelId="{5364353E-63B2-4156-946B-727C3646FF34}" type="presOf" srcId="{8DBEED56-39B5-4578-8142-BFC5C12E918C}" destId="{B4E69A7B-9DA3-4168-B7CB-C7CEA8AD2346}" srcOrd="0" destOrd="0" presId="urn:microsoft.com/office/officeart/2024/3/layout/verticalVisualTextBlock1"/>
    <dgm:cxn modelId="{4BEFA87E-6D04-4DBE-ACFC-768810503127}" srcId="{2F6DA85E-B27A-40C8-AC26-120FC3DA469E}" destId="{8925A4E7-D4AC-4B71-B885-8C27F4CB8923}" srcOrd="0" destOrd="0" parTransId="{A9604C4B-16AE-4D8B-ADB7-5C4651E97131}" sibTransId="{A2F14196-B936-4145-833F-544D3250E256}"/>
    <dgm:cxn modelId="{D6C5198B-A58F-4B00-AD71-F01C93FFFFFB}" type="presOf" srcId="{8925A4E7-D4AC-4B71-B885-8C27F4CB8923}" destId="{90360FDA-62B3-43B6-B3FE-AF8CECA01CF6}" srcOrd="0" destOrd="0" presId="urn:microsoft.com/office/officeart/2024/3/layout/verticalVisualTextBlock1"/>
    <dgm:cxn modelId="{46A0D08D-AAF7-4E5E-82FA-BE0F7AD9779C}" type="presOf" srcId="{9E5F82BC-2F05-4955-B661-1C080999F47F}" destId="{ECC205B9-6E97-4B13-9576-9DFD161381A0}" srcOrd="0" destOrd="0" presId="urn:microsoft.com/office/officeart/2024/3/layout/verticalVisualTextBlock1"/>
    <dgm:cxn modelId="{99C5F89E-BB12-4B5B-80B9-D2F4D68F067B}" type="presOf" srcId="{7DA8405F-FCE4-4448-B007-D30CFC3FA43A}" destId="{D171212E-F91C-44A8-9C34-D1A3FE4B1D5C}" srcOrd="0" destOrd="0" presId="urn:microsoft.com/office/officeart/2024/3/layout/verticalVisualTextBlock1"/>
    <dgm:cxn modelId="{652C73B9-D862-41D6-8E17-BF3A48EA6C26}" type="presOf" srcId="{CE534067-A4EE-4A39-8FE4-EF7635B591B1}" destId="{0F40E5D4-5654-4AF3-873A-BC23405163CD}" srcOrd="0" destOrd="0" presId="urn:microsoft.com/office/officeart/2024/3/layout/verticalVisualTextBlock1"/>
    <dgm:cxn modelId="{E77042BA-DD13-4B64-A295-1E5C23BE28E9}" srcId="{7DA8405F-FCE4-4448-B007-D30CFC3FA43A}" destId="{CC7B2E06-4F69-41D8-8058-90CAA9101A0C}" srcOrd="0" destOrd="0" parTransId="{1435CDCB-B544-46EF-9355-41B645BE76CA}" sibTransId="{44FEBDF4-79D5-4891-B7FF-69B0F49E5164}"/>
    <dgm:cxn modelId="{779FFBBA-4D86-4331-9921-B27F77851CA2}" type="presOf" srcId="{2F6DA85E-B27A-40C8-AC26-120FC3DA469E}" destId="{B4BCBF69-B685-4101-B7B0-05F493D99EF0}" srcOrd="0" destOrd="0" presId="urn:microsoft.com/office/officeart/2024/3/layout/verticalVisualTextBlock1"/>
    <dgm:cxn modelId="{B02EEBCB-484C-46AB-87BA-37830951D90C}" type="presOf" srcId="{AB736706-C1C4-4333-9E83-B6A4E52EFDEF}" destId="{6BCAE31B-A27F-4219-9C1A-46336AA4B456}" srcOrd="0" destOrd="0" presId="urn:microsoft.com/office/officeart/2024/3/layout/verticalVisualTextBlock1"/>
    <dgm:cxn modelId="{422862CE-AE43-4F9E-87A9-C821237A3CBB}" srcId="{AB736706-C1C4-4333-9E83-B6A4E52EFDEF}" destId="{2F6DA85E-B27A-40C8-AC26-120FC3DA469E}" srcOrd="2" destOrd="0" parTransId="{C91AD0F6-21AB-4586-AF86-6C8A31EF7501}" sibTransId="{A9D68637-F93C-4E0C-8312-5910C1FF80BC}"/>
    <dgm:cxn modelId="{ED9DE5D8-C303-47D9-8A3F-094B23B223B6}" srcId="{AB736706-C1C4-4333-9E83-B6A4E52EFDEF}" destId="{C06F648D-6DC6-4DC8-88D5-4096830CA4A9}" srcOrd="0" destOrd="0" parTransId="{CCDF739F-9D34-4105-9488-FC1B38540A64}" sibTransId="{8DBEED56-39B5-4578-8142-BFC5C12E918C}"/>
    <dgm:cxn modelId="{E2645FDE-ED7C-4C23-A3C1-3F8062749D5F}" srcId="{C06F648D-6DC6-4DC8-88D5-4096830CA4A9}" destId="{9E5F82BC-2F05-4955-B661-1C080999F47F}" srcOrd="0" destOrd="0" parTransId="{519EE5F9-34D0-4839-8E55-9859F0EF63DA}" sibTransId="{EFC95471-1911-402D-9B35-6231E781BE3A}"/>
    <dgm:cxn modelId="{07F6B8DE-4BB4-4C1C-8B58-F92C52775C9B}" type="presOf" srcId="{CC7B2E06-4F69-41D8-8058-90CAA9101A0C}" destId="{49641E11-0B36-48A0-9A1F-EF7BEA0ADD7D}" srcOrd="0" destOrd="0" presId="urn:microsoft.com/office/officeart/2024/3/layout/verticalVisualTextBlock1"/>
    <dgm:cxn modelId="{B25AFAED-6776-4FC2-B28F-F3DF658FB9FF}" srcId="{AB736706-C1C4-4333-9E83-B6A4E52EFDEF}" destId="{7DA8405F-FCE4-4448-B007-D30CFC3FA43A}" srcOrd="1" destOrd="0" parTransId="{8987EEFC-3EF9-4B14-8079-346217F8314C}" sibTransId="{CE534067-A4EE-4A39-8FE4-EF7635B591B1}"/>
    <dgm:cxn modelId="{610E1EB2-5796-44C5-B198-26A98F08C9F1}" type="presParOf" srcId="{6BCAE31B-A27F-4219-9C1A-46336AA4B456}" destId="{EF4D3BA6-D62C-4C39-AC9B-1CB6DFD00D78}" srcOrd="0" destOrd="0" presId="urn:microsoft.com/office/officeart/2024/3/layout/verticalVisualTextBlock1"/>
    <dgm:cxn modelId="{C8F39076-70A7-458E-9035-58C4100775EC}" type="presParOf" srcId="{EF4D3BA6-D62C-4C39-AC9B-1CB6DFD00D78}" destId="{C5538C3F-CCC7-4970-B5B3-D7509DE621CE}" srcOrd="0" destOrd="0" presId="urn:microsoft.com/office/officeart/2024/3/layout/verticalVisualTextBlock1"/>
    <dgm:cxn modelId="{A2ECC25C-5890-4944-87C8-62612A1E8580}" type="presParOf" srcId="{EF4D3BA6-D62C-4C39-AC9B-1CB6DFD00D78}" destId="{41BE7423-7861-43E3-BB62-51CE64895BDA}" srcOrd="1" destOrd="0" presId="urn:microsoft.com/office/officeart/2024/3/layout/verticalVisualTextBlock1"/>
    <dgm:cxn modelId="{855A7915-CA1A-4978-9833-C9F496659A76}" type="presParOf" srcId="{EF4D3BA6-D62C-4C39-AC9B-1CB6DFD00D78}" destId="{ECC205B9-6E97-4B13-9576-9DFD161381A0}" srcOrd="2" destOrd="0" presId="urn:microsoft.com/office/officeart/2024/3/layout/verticalVisualTextBlock1"/>
    <dgm:cxn modelId="{E26DEFE6-4B8B-4A9B-9300-431C9106CF41}" type="presParOf" srcId="{6BCAE31B-A27F-4219-9C1A-46336AA4B456}" destId="{B4E69A7B-9DA3-4168-B7CB-C7CEA8AD2346}" srcOrd="1" destOrd="0" presId="urn:microsoft.com/office/officeart/2024/3/layout/verticalVisualTextBlock1"/>
    <dgm:cxn modelId="{4A2E18E5-2D24-458F-AC22-B041F616E13A}" type="presParOf" srcId="{6BCAE31B-A27F-4219-9C1A-46336AA4B456}" destId="{06A453F8-00F3-4A56-A43B-8C14BCB4C55D}" srcOrd="2" destOrd="0" presId="urn:microsoft.com/office/officeart/2024/3/layout/verticalVisualTextBlock1"/>
    <dgm:cxn modelId="{C26E62D2-B2C2-4665-9A1F-B3C54472169E}" type="presParOf" srcId="{06A453F8-00F3-4A56-A43B-8C14BCB4C55D}" destId="{B6C86B10-B63B-4429-9331-A7B8E1D2185A}" srcOrd="0" destOrd="0" presId="urn:microsoft.com/office/officeart/2024/3/layout/verticalVisualTextBlock1"/>
    <dgm:cxn modelId="{90B9524B-D2C4-4B1A-8096-077126F065B1}" type="presParOf" srcId="{06A453F8-00F3-4A56-A43B-8C14BCB4C55D}" destId="{D171212E-F91C-44A8-9C34-D1A3FE4B1D5C}" srcOrd="1" destOrd="0" presId="urn:microsoft.com/office/officeart/2024/3/layout/verticalVisualTextBlock1"/>
    <dgm:cxn modelId="{00C68E68-0D07-4F60-8A5D-C517015E46ED}" type="presParOf" srcId="{06A453F8-00F3-4A56-A43B-8C14BCB4C55D}" destId="{49641E11-0B36-48A0-9A1F-EF7BEA0ADD7D}" srcOrd="2" destOrd="0" presId="urn:microsoft.com/office/officeart/2024/3/layout/verticalVisualTextBlock1"/>
    <dgm:cxn modelId="{D8B2B103-7633-407A-B9B4-3EB33D694E6F}" type="presParOf" srcId="{6BCAE31B-A27F-4219-9C1A-46336AA4B456}" destId="{0F40E5D4-5654-4AF3-873A-BC23405163CD}" srcOrd="3" destOrd="0" presId="urn:microsoft.com/office/officeart/2024/3/layout/verticalVisualTextBlock1"/>
    <dgm:cxn modelId="{2814DA0D-06F4-4685-9527-D94BC730D08E}" type="presParOf" srcId="{6BCAE31B-A27F-4219-9C1A-46336AA4B456}" destId="{16F0212A-8834-45A5-AB44-0714F11A7511}" srcOrd="4" destOrd="0" presId="urn:microsoft.com/office/officeart/2024/3/layout/verticalVisualTextBlock1"/>
    <dgm:cxn modelId="{0C09FB98-226B-4B63-8310-8543F430DA5B}" type="presParOf" srcId="{16F0212A-8834-45A5-AB44-0714F11A7511}" destId="{3B57780C-43A2-49F9-BA1F-363C992D59B7}" srcOrd="0" destOrd="0" presId="urn:microsoft.com/office/officeart/2024/3/layout/verticalVisualTextBlock1"/>
    <dgm:cxn modelId="{BAB7F62F-164F-423A-829B-2EF4C38D736E}" type="presParOf" srcId="{16F0212A-8834-45A5-AB44-0714F11A7511}" destId="{B4BCBF69-B685-4101-B7B0-05F493D99EF0}" srcOrd="1" destOrd="0" presId="urn:microsoft.com/office/officeart/2024/3/layout/verticalVisualTextBlock1"/>
    <dgm:cxn modelId="{3A3C1BDC-71A0-449C-B0C2-7CAB6E26C409}" type="presParOf" srcId="{16F0212A-8834-45A5-AB44-0714F11A7511}" destId="{90360FDA-62B3-43B6-B3FE-AF8CECA01CF6}"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538C3F-CCC7-4970-B5B3-D7509DE621CE}">
      <dsp:nvSpPr>
        <dsp:cNvPr id="0" name=""/>
        <dsp:cNvSpPr/>
      </dsp:nvSpPr>
      <dsp:spPr>
        <a:xfrm>
          <a:off x="0" y="0"/>
          <a:ext cx="1442225" cy="144222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6065" r="7436" b="2"/>
          <a:stretch/>
        </a:blipFill>
        <a:ln>
          <a:noFill/>
        </a:ln>
        <a:effectLst/>
      </dsp:spPr>
      <dsp:style>
        <a:lnRef idx="0">
          <a:scrgbClr r="0" g="0" b="0"/>
        </a:lnRef>
        <a:fillRef idx="3">
          <a:scrgbClr r="0" g="0" b="0"/>
        </a:fillRef>
        <a:effectRef idx="2">
          <a:scrgbClr r="0" g="0" b="0"/>
        </a:effectRef>
        <a:fontRef idx="minor">
          <a:schemeClr val="lt1"/>
        </a:fontRef>
      </dsp:style>
    </dsp:sp>
    <dsp:sp modelId="{41BE7423-7861-43E3-BB62-51CE64895BDA}">
      <dsp:nvSpPr>
        <dsp:cNvPr id="0" name=""/>
        <dsp:cNvSpPr/>
      </dsp:nvSpPr>
      <dsp:spPr>
        <a:xfrm>
          <a:off x="1622225" y="0"/>
          <a:ext cx="9218401" cy="365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Invitation to Invest</a:t>
          </a:r>
        </a:p>
      </dsp:txBody>
      <dsp:txXfrm>
        <a:off x="1622225" y="0"/>
        <a:ext cx="9218401" cy="365668"/>
      </dsp:txXfrm>
    </dsp:sp>
    <dsp:sp modelId="{ECC205B9-6E97-4B13-9576-9DFD161381A0}">
      <dsp:nvSpPr>
        <dsp:cNvPr id="0" name=""/>
        <dsp:cNvSpPr/>
      </dsp:nvSpPr>
      <dsp:spPr>
        <a:xfrm>
          <a:off x="1622225" y="365668"/>
          <a:ext cx="9218401" cy="1076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We invite investors to join in advancing sustainable energy for a cleaner future with high-impact projects.</a:t>
          </a:r>
        </a:p>
      </dsp:txBody>
      <dsp:txXfrm>
        <a:off x="1622225" y="365668"/>
        <a:ext cx="9218401" cy="1076556"/>
      </dsp:txXfrm>
    </dsp:sp>
    <dsp:sp modelId="{B6C86B10-B63B-4429-9331-A7B8E1D2185A}">
      <dsp:nvSpPr>
        <dsp:cNvPr id="0" name=""/>
        <dsp:cNvSpPr/>
      </dsp:nvSpPr>
      <dsp:spPr>
        <a:xfrm>
          <a:off x="0" y="1557603"/>
          <a:ext cx="1442225" cy="144222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9973" r="13282" b="8"/>
          <a:stretch/>
        </a:blipFill>
        <a:ln>
          <a:noFill/>
        </a:ln>
        <a:effectLst/>
      </dsp:spPr>
      <dsp:style>
        <a:lnRef idx="0">
          <a:scrgbClr r="0" g="0" b="0"/>
        </a:lnRef>
        <a:fillRef idx="3">
          <a:scrgbClr r="0" g="0" b="0"/>
        </a:fillRef>
        <a:effectRef idx="2">
          <a:scrgbClr r="0" g="0" b="0"/>
        </a:effectRef>
        <a:fontRef idx="minor">
          <a:schemeClr val="lt1"/>
        </a:fontRef>
      </dsp:style>
    </dsp:sp>
    <dsp:sp modelId="{D171212E-F91C-44A8-9C34-D1A3FE4B1D5C}">
      <dsp:nvSpPr>
        <dsp:cNvPr id="0" name=""/>
        <dsp:cNvSpPr/>
      </dsp:nvSpPr>
      <dsp:spPr>
        <a:xfrm>
          <a:off x="1622225" y="1557603"/>
          <a:ext cx="9218401" cy="365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Project Opportunity</a:t>
          </a:r>
        </a:p>
      </dsp:txBody>
      <dsp:txXfrm>
        <a:off x="1622225" y="1557603"/>
        <a:ext cx="9218401" cy="365668"/>
      </dsp:txXfrm>
    </dsp:sp>
    <dsp:sp modelId="{49641E11-0B36-48A0-9A1F-EF7BEA0ADD7D}">
      <dsp:nvSpPr>
        <dsp:cNvPr id="0" name=""/>
        <dsp:cNvSpPr/>
      </dsp:nvSpPr>
      <dsp:spPr>
        <a:xfrm>
          <a:off x="1622225" y="1923271"/>
          <a:ext cx="9218401" cy="1076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Quezon Renewable Energy Hub offers a high-return project aligned with global climate goals.</a:t>
          </a:r>
        </a:p>
      </dsp:txBody>
      <dsp:txXfrm>
        <a:off x="1622225" y="1923271"/>
        <a:ext cx="9218401" cy="1076556"/>
      </dsp:txXfrm>
    </dsp:sp>
    <dsp:sp modelId="{3B57780C-43A2-49F9-BA1F-363C992D59B7}">
      <dsp:nvSpPr>
        <dsp:cNvPr id="0" name=""/>
        <dsp:cNvSpPr/>
      </dsp:nvSpPr>
      <dsp:spPr>
        <a:xfrm>
          <a:off x="0" y="3115206"/>
          <a:ext cx="1442225" cy="144222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2139" r="5856" b="-7"/>
          <a:stretch/>
        </a:blipFill>
        <a:ln>
          <a:noFill/>
        </a:ln>
        <a:effectLst/>
      </dsp:spPr>
      <dsp:style>
        <a:lnRef idx="0">
          <a:scrgbClr r="0" g="0" b="0"/>
        </a:lnRef>
        <a:fillRef idx="3">
          <a:scrgbClr r="0" g="0" b="0"/>
        </a:fillRef>
        <a:effectRef idx="2">
          <a:scrgbClr r="0" g="0" b="0"/>
        </a:effectRef>
        <a:fontRef idx="minor">
          <a:schemeClr val="lt1"/>
        </a:fontRef>
      </dsp:style>
    </dsp:sp>
    <dsp:sp modelId="{B4BCBF69-B685-4101-B7B0-05F493D99EF0}">
      <dsp:nvSpPr>
        <dsp:cNvPr id="0" name=""/>
        <dsp:cNvSpPr/>
      </dsp:nvSpPr>
      <dsp:spPr>
        <a:xfrm>
          <a:off x="1622225" y="3115206"/>
          <a:ext cx="9218401" cy="3656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Contact Information</a:t>
          </a:r>
        </a:p>
      </dsp:txBody>
      <dsp:txXfrm>
        <a:off x="1622225" y="3115206"/>
        <a:ext cx="9218401" cy="365668"/>
      </dsp:txXfrm>
    </dsp:sp>
    <dsp:sp modelId="{90360FDA-62B3-43B6-B3FE-AF8CECA01CF6}">
      <dsp:nvSpPr>
        <dsp:cNvPr id="0" name=""/>
        <dsp:cNvSpPr/>
      </dsp:nvSpPr>
      <dsp:spPr>
        <a:xfrm>
          <a:off x="1622225" y="3480875"/>
          <a:ext cx="9218401" cy="10765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For inquiries and partnerships, contact via email or visit the project website for more details.</a:t>
          </a:r>
        </a:p>
      </dsp:txBody>
      <dsp:txXfrm>
        <a:off x="1622225" y="3480875"/>
        <a:ext cx="9218401" cy="1076556"/>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6FA5EA-0E1E-4764-B5B7-A47DCC3A898E}" type="datetimeFigureOut">
              <a:rPr lang="en-US" smtClean="0"/>
              <a:t>11/10/2025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C6B470-179D-4B95-8906-D61C195EFD62}" type="slidenum">
              <a:rPr lang="en-US" smtClean="0"/>
              <a:t>‹#›</a:t>
            </a:fld>
            <a:endParaRPr lang="en-US" dirty="0"/>
          </a:p>
        </p:txBody>
      </p:sp>
    </p:spTree>
    <p:extLst>
      <p:ext uri="{BB962C8B-B14F-4D97-AF65-F5344CB8AC3E}">
        <p14:creationId xmlns:p14="http://schemas.microsoft.com/office/powerpoint/2010/main" val="3565552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8C6B470-179D-4B95-8906-D61C195EFD62}" type="slidenum">
              <a:rPr lang="en-US" smtClean="0"/>
              <a:t>1</a:t>
            </a:fld>
            <a:endParaRPr lang="en-US" dirty="0"/>
          </a:p>
        </p:txBody>
      </p:sp>
    </p:spTree>
    <p:extLst>
      <p:ext uri="{BB962C8B-B14F-4D97-AF65-F5344CB8AC3E}">
        <p14:creationId xmlns:p14="http://schemas.microsoft.com/office/powerpoint/2010/main" val="1509277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Scope and Objectives</a:t>
            </a:r>
          </a:p>
        </p:txBody>
      </p:sp>
      <p:sp>
        <p:nvSpPr>
          <p:cNvPr id="4" name="Slide Number Placeholder 3"/>
          <p:cNvSpPr>
            <a:spLocks noGrp="1"/>
          </p:cNvSpPr>
          <p:nvPr>
            <p:ph type="sldNum" sz="quarter" idx="5"/>
          </p:nvPr>
        </p:nvSpPr>
        <p:spPr/>
        <p:txBody>
          <a:bodyPr/>
          <a:lstStyle/>
          <a:p>
            <a:fld id="{28C6B470-179D-4B95-8906-D61C195EFD62}" type="slidenum">
              <a:rPr lang="en-US" smtClean="0"/>
              <a:t>2</a:t>
            </a:fld>
            <a:endParaRPr lang="en-US" dirty="0"/>
          </a:p>
        </p:txBody>
      </p:sp>
    </p:spTree>
    <p:extLst>
      <p:ext uri="{BB962C8B-B14F-4D97-AF65-F5344CB8AC3E}">
        <p14:creationId xmlns:p14="http://schemas.microsoft.com/office/powerpoint/2010/main" val="3968872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Quezon Renewable Energy Hub is a transformative infrastructure project located in Quezon Province, Philippines. It integrates solar photovoltaic systems, wind turbines, and battery energy storage to deliver clean, reliable power to the national grid. The project's primary objective is to accelerate the transition to renewable energy in Southeast Asia, reduce carbon emissions, and enhance energy security. With a total investment of $180 million, the project aims to generate sustainable returns while contributing to the Philippines' climate goals and energy diversification strategy.</a:t>
            </a:r>
          </a:p>
        </p:txBody>
      </p:sp>
      <p:sp>
        <p:nvSpPr>
          <p:cNvPr id="4" name="Slide Number Placeholder 3"/>
          <p:cNvSpPr>
            <a:spLocks noGrp="1"/>
          </p:cNvSpPr>
          <p:nvPr>
            <p:ph type="sldNum" sz="quarter" idx="5"/>
          </p:nvPr>
        </p:nvSpPr>
        <p:spPr/>
        <p:txBody>
          <a:bodyPr/>
          <a:lstStyle/>
          <a:p>
            <a:fld id="{28C6B470-179D-4B95-8906-D61C195EFD62}" type="slidenum">
              <a:rPr lang="en-US" smtClean="0"/>
              <a:t>3</a:t>
            </a:fld>
            <a:endParaRPr lang="en-US" dirty="0"/>
          </a:p>
        </p:txBody>
      </p:sp>
    </p:spTree>
    <p:extLst>
      <p:ext uri="{BB962C8B-B14F-4D97-AF65-F5344CB8AC3E}">
        <p14:creationId xmlns:p14="http://schemas.microsoft.com/office/powerpoint/2010/main" val="2326403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Renewable Energy Demand and Incentives</a:t>
            </a:r>
          </a:p>
        </p:txBody>
      </p:sp>
      <p:sp>
        <p:nvSpPr>
          <p:cNvPr id="4" name="Slide Number Placeholder 3"/>
          <p:cNvSpPr>
            <a:spLocks noGrp="1"/>
          </p:cNvSpPr>
          <p:nvPr>
            <p:ph type="sldNum" sz="quarter" idx="5"/>
          </p:nvPr>
        </p:nvSpPr>
        <p:spPr/>
        <p:txBody>
          <a:bodyPr/>
          <a:lstStyle/>
          <a:p>
            <a:fld id="{28C6B470-179D-4B95-8906-D61C195EFD62}" type="slidenum">
              <a:rPr lang="en-US" smtClean="0"/>
              <a:t>4</a:t>
            </a:fld>
            <a:endParaRPr lang="en-US" dirty="0"/>
          </a:p>
        </p:txBody>
      </p:sp>
    </p:spTree>
    <p:extLst>
      <p:ext uri="{BB962C8B-B14F-4D97-AF65-F5344CB8AC3E}">
        <p14:creationId xmlns:p14="http://schemas.microsoft.com/office/powerpoint/2010/main" val="2055933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Southeast Asia is experiencing a surge in demand for renewable energy, driven by population growth, urbanization, and climate commitments. The Philippines offers attractive incentives for clean energy projects, including tax holidays, feed-in tariffs, and carbon credit eligibility. Quezon Province, with its high solar irradiance and coastal wind potential, is strategically positioned to capitalize on these trends. The project aligns with national energy policies and international sustainability frameworks, making it a compelling opportunity for investors seeking long-term growth in the green energy sector.</a:t>
            </a:r>
          </a:p>
        </p:txBody>
      </p:sp>
      <p:sp>
        <p:nvSpPr>
          <p:cNvPr id="4" name="Slide Number Placeholder 3"/>
          <p:cNvSpPr>
            <a:spLocks noGrp="1"/>
          </p:cNvSpPr>
          <p:nvPr>
            <p:ph type="sldNum" sz="quarter" idx="5"/>
          </p:nvPr>
        </p:nvSpPr>
        <p:spPr/>
        <p:txBody>
          <a:bodyPr/>
          <a:lstStyle/>
          <a:p>
            <a:fld id="{28C6B470-179D-4B95-8906-D61C195EFD62}" type="slidenum">
              <a:rPr lang="en-US" smtClean="0"/>
              <a:t>5</a:t>
            </a:fld>
            <a:endParaRPr lang="en-US" dirty="0"/>
          </a:p>
        </p:txBody>
      </p:sp>
    </p:spTree>
    <p:extLst>
      <p:ext uri="{BB962C8B-B14F-4D97-AF65-F5344CB8AC3E}">
        <p14:creationId xmlns:p14="http://schemas.microsoft.com/office/powerpoint/2010/main" val="1576406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Financial Metrics</a:t>
            </a:r>
          </a:p>
        </p:txBody>
      </p:sp>
      <p:sp>
        <p:nvSpPr>
          <p:cNvPr id="4" name="Slide Number Placeholder 3"/>
          <p:cNvSpPr>
            <a:spLocks noGrp="1"/>
          </p:cNvSpPr>
          <p:nvPr>
            <p:ph type="sldNum" sz="quarter" idx="5"/>
          </p:nvPr>
        </p:nvSpPr>
        <p:spPr/>
        <p:txBody>
          <a:bodyPr/>
          <a:lstStyle/>
          <a:p>
            <a:fld id="{28C6B470-179D-4B95-8906-D61C195EFD62}" type="slidenum">
              <a:rPr lang="en-US" smtClean="0"/>
              <a:t>6</a:t>
            </a:fld>
            <a:endParaRPr lang="en-US" dirty="0"/>
          </a:p>
        </p:txBody>
      </p:sp>
    </p:spTree>
    <p:extLst>
      <p:ext uri="{BB962C8B-B14F-4D97-AF65-F5344CB8AC3E}">
        <p14:creationId xmlns:p14="http://schemas.microsoft.com/office/powerpoint/2010/main" val="794337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Quezon Renewable Energy Hub demonstrates robust financial performance. Key metrics include an Internal Rate of Return (IRR) of 15%, Net Present Value (NPV) of $140.24 million, and a Return on Project (ROP) of 316.67%. The Return on Quality (RoQ) stands at 45.98%, indicating strong value creation relative to lifecycle costs. Debt service coverage is solid, with an Average ADSCR of 1.95 and Average LLCR of 1.73. These figures reflect the project's profitability, resilience, and attractiveness to both equity and debt investors.</a:t>
            </a:r>
          </a:p>
        </p:txBody>
      </p:sp>
      <p:sp>
        <p:nvSpPr>
          <p:cNvPr id="4" name="Slide Number Placeholder 3"/>
          <p:cNvSpPr>
            <a:spLocks noGrp="1"/>
          </p:cNvSpPr>
          <p:nvPr>
            <p:ph type="sldNum" sz="quarter" idx="5"/>
          </p:nvPr>
        </p:nvSpPr>
        <p:spPr/>
        <p:txBody>
          <a:bodyPr/>
          <a:lstStyle/>
          <a:p>
            <a:fld id="{28C6B470-179D-4B95-8906-D61C195EFD62}" type="slidenum">
              <a:rPr lang="en-US" smtClean="0"/>
              <a:t>7</a:t>
            </a:fld>
            <a:endParaRPr lang="en-US" dirty="0"/>
          </a:p>
        </p:txBody>
      </p:sp>
    </p:spTree>
    <p:extLst>
      <p:ext uri="{BB962C8B-B14F-4D97-AF65-F5344CB8AC3E}">
        <p14:creationId xmlns:p14="http://schemas.microsoft.com/office/powerpoint/2010/main" val="1375969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Comprehensive Risk Management</a:t>
            </a:r>
          </a:p>
        </p:txBody>
      </p:sp>
      <p:sp>
        <p:nvSpPr>
          <p:cNvPr id="4" name="Slide Number Placeholder 3"/>
          <p:cNvSpPr>
            <a:spLocks noGrp="1"/>
          </p:cNvSpPr>
          <p:nvPr>
            <p:ph type="sldNum" sz="quarter" idx="5"/>
          </p:nvPr>
        </p:nvSpPr>
        <p:spPr/>
        <p:txBody>
          <a:bodyPr/>
          <a:lstStyle/>
          <a:p>
            <a:fld id="{28C6B470-179D-4B95-8906-D61C195EFD62}" type="slidenum">
              <a:rPr lang="en-US" smtClean="0"/>
              <a:t>8</a:t>
            </a:fld>
            <a:endParaRPr lang="en-US" dirty="0"/>
          </a:p>
        </p:txBody>
      </p:sp>
    </p:spTree>
    <p:extLst>
      <p:ext uri="{BB962C8B-B14F-4D97-AF65-F5344CB8AC3E}">
        <p14:creationId xmlns:p14="http://schemas.microsoft.com/office/powerpoint/2010/main" val="3103426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incorporates robust risk mitigation strategies across financial, operational, and regulatory domains. Cost overruns are addressed through contingency reserves and fixed-price EPC contracts. Financing risks are mitigated via green bonds and early lender commitments. Currency exposure is managed through hedging and local currency debt. Revenue risks are minimized by securing long-term Power Purchase Agreements (PPAs). Regulatory risks are addressed through active policy engagement, while operational risks are reduced by using proven technologies and O&amp;M contracts. ESG risks are managed through transparent reporting and community engagement.</a:t>
            </a:r>
          </a:p>
        </p:txBody>
      </p:sp>
      <p:sp>
        <p:nvSpPr>
          <p:cNvPr id="4" name="Slide Number Placeholder 3"/>
          <p:cNvSpPr>
            <a:spLocks noGrp="1"/>
          </p:cNvSpPr>
          <p:nvPr>
            <p:ph type="sldNum" sz="quarter" idx="5"/>
          </p:nvPr>
        </p:nvSpPr>
        <p:spPr/>
        <p:txBody>
          <a:bodyPr/>
          <a:lstStyle/>
          <a:p>
            <a:fld id="{28C6B470-179D-4B95-8906-D61C195EFD62}" type="slidenum">
              <a:rPr lang="en-US" smtClean="0"/>
              <a:t>9</a:t>
            </a:fld>
            <a:endParaRPr lang="en-US" dirty="0"/>
          </a:p>
        </p:txBody>
      </p:sp>
    </p:spTree>
    <p:extLst>
      <p:ext uri="{BB962C8B-B14F-4D97-AF65-F5344CB8AC3E}">
        <p14:creationId xmlns:p14="http://schemas.microsoft.com/office/powerpoint/2010/main" val="1893687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Environmental, Social, and Governance Goals</a:t>
            </a:r>
          </a:p>
        </p:txBody>
      </p:sp>
      <p:sp>
        <p:nvSpPr>
          <p:cNvPr id="4" name="Slide Number Placeholder 3"/>
          <p:cNvSpPr>
            <a:spLocks noGrp="1"/>
          </p:cNvSpPr>
          <p:nvPr>
            <p:ph type="sldNum" sz="quarter" idx="5"/>
          </p:nvPr>
        </p:nvSpPr>
        <p:spPr/>
        <p:txBody>
          <a:bodyPr/>
          <a:lstStyle/>
          <a:p>
            <a:fld id="{28C6B470-179D-4B95-8906-D61C195EFD62}" type="slidenum">
              <a:rPr lang="en-US" smtClean="0"/>
              <a:t>10</a:t>
            </a:fld>
            <a:endParaRPr lang="en-US" dirty="0"/>
          </a:p>
        </p:txBody>
      </p:sp>
    </p:spTree>
    <p:extLst>
      <p:ext uri="{BB962C8B-B14F-4D97-AF65-F5344CB8AC3E}">
        <p14:creationId xmlns:p14="http://schemas.microsoft.com/office/powerpoint/2010/main" val="1894952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Quezon Renewable Energy Hub is committed to high standards of Environmental, Social, and Governance (ESG) performance. Environmental initiatives include land restoration, biodiversity protection, and carbon offset programs. Social commitments involve workforce training, local employment, and community benefit programs. Governance practices include annual ESG reporting aligned with TCFD and GRI standards, stakeholder transparency, and ethical business conduct. These ESG measures enhance the project's sustainability profile and appeal to impact-focused investors.</a:t>
            </a:r>
          </a:p>
        </p:txBody>
      </p:sp>
      <p:sp>
        <p:nvSpPr>
          <p:cNvPr id="4" name="Slide Number Placeholder 3"/>
          <p:cNvSpPr>
            <a:spLocks noGrp="1"/>
          </p:cNvSpPr>
          <p:nvPr>
            <p:ph type="sldNum" sz="quarter" idx="5"/>
          </p:nvPr>
        </p:nvSpPr>
        <p:spPr/>
        <p:txBody>
          <a:bodyPr/>
          <a:lstStyle/>
          <a:p>
            <a:fld id="{28C6B470-179D-4B95-8906-D61C195EFD62}" type="slidenum">
              <a:rPr lang="en-US" smtClean="0"/>
              <a:t>11</a:t>
            </a:fld>
            <a:endParaRPr lang="en-US" dirty="0"/>
          </a:p>
        </p:txBody>
      </p:sp>
    </p:spTree>
    <p:extLst>
      <p:ext uri="{BB962C8B-B14F-4D97-AF65-F5344CB8AC3E}">
        <p14:creationId xmlns:p14="http://schemas.microsoft.com/office/powerpoint/2010/main" val="1538702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henryadavis.com/wp-content/uploads/2015/12/PROJECT-FINANCE-PRACTICAL-CASE-STUDIES-VOLUME-I-POWER-AND-WATER.pdf,https://studylib.net/doc/9879024/quezon-coal-plant-case-study,https://www.linkedin.com/pulse/global-success-stories-case-studies-successful-project-asim-javed-b84sf
Financial Resilience Across Risk Scenarios
</a:t>
            </a:r>
          </a:p>
        </p:txBody>
      </p:sp>
      <p:sp>
        <p:nvSpPr>
          <p:cNvPr id="4" name="Slide Number Placeholder 3"/>
          <p:cNvSpPr>
            <a:spLocks noGrp="1"/>
          </p:cNvSpPr>
          <p:nvPr>
            <p:ph type="sldNum" sz="quarter" idx="5"/>
          </p:nvPr>
        </p:nvSpPr>
        <p:spPr/>
        <p:txBody>
          <a:bodyPr/>
          <a:lstStyle/>
          <a:p>
            <a:fld id="{28C6B470-179D-4B95-8906-D61C195EFD62}" type="slidenum">
              <a:rPr lang="en-US" smtClean="0"/>
              <a:t>12</a:t>
            </a:fld>
            <a:endParaRPr lang="en-US" dirty="0"/>
          </a:p>
        </p:txBody>
      </p:sp>
    </p:spTree>
    <p:extLst>
      <p:ext uri="{BB962C8B-B14F-4D97-AF65-F5344CB8AC3E}">
        <p14:creationId xmlns:p14="http://schemas.microsoft.com/office/powerpoint/2010/main" val="2124885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henryadavis.com/wp-content/uploads/2015/12/PROJECT-FINANCE-PRACTICAL-CASE-STUDIES-VOLUME-I-POWER-AND-WATER.pdf,https://studylib.net/doc/9879024/quezon-coal-plant-case-study,https://www.linkedin.com/pulse/global-success-stories-case-studies-successful-project-asim-javed-b84sf
The project was evaluated under three scenarios: Base Case, Moderate Risk, and High Risk. In the Base Case, NPV is $140M, ADSCR is 1.95, and LLCR is 1.73. Under Moderate Risk (10% cost overrun, 5% revenue drop), NPV is $103M, ADSCR is 1.83, and LLCR is 1.63. In the High Risk scenario (20% cost overrun, 10% revenue drop, +1% interest), NPV remains positive at $67M, with ADSCR at 1.61 and LLCR at 1.53. These results demonstrate the project's financial resilience and ability to maintain lender thresholds even under adverse conditions.
</a:t>
            </a:r>
          </a:p>
        </p:txBody>
      </p:sp>
      <p:sp>
        <p:nvSpPr>
          <p:cNvPr id="4" name="Slide Number Placeholder 3"/>
          <p:cNvSpPr>
            <a:spLocks noGrp="1"/>
          </p:cNvSpPr>
          <p:nvPr>
            <p:ph type="sldNum" sz="quarter" idx="5"/>
          </p:nvPr>
        </p:nvSpPr>
        <p:spPr/>
        <p:txBody>
          <a:bodyPr/>
          <a:lstStyle/>
          <a:p>
            <a:fld id="{28C6B470-179D-4B95-8906-D61C195EFD62}" type="slidenum">
              <a:rPr lang="en-US" smtClean="0"/>
              <a:t>13</a:t>
            </a:fld>
            <a:endParaRPr lang="en-US" dirty="0"/>
          </a:p>
        </p:txBody>
      </p:sp>
    </p:spTree>
    <p:extLst>
      <p:ext uri="{BB962C8B-B14F-4D97-AF65-F5344CB8AC3E}">
        <p14:creationId xmlns:p14="http://schemas.microsoft.com/office/powerpoint/2010/main" val="6024048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Investor Engagement</a:t>
            </a:r>
          </a:p>
        </p:txBody>
      </p:sp>
      <p:sp>
        <p:nvSpPr>
          <p:cNvPr id="4" name="Slide Number Placeholder 3"/>
          <p:cNvSpPr>
            <a:spLocks noGrp="1"/>
          </p:cNvSpPr>
          <p:nvPr>
            <p:ph type="sldNum" sz="quarter" idx="5"/>
          </p:nvPr>
        </p:nvSpPr>
        <p:spPr/>
        <p:txBody>
          <a:bodyPr/>
          <a:lstStyle/>
          <a:p>
            <a:fld id="{28C6B470-179D-4B95-8906-D61C195EFD62}" type="slidenum">
              <a:rPr lang="en-US" smtClean="0"/>
              <a:t>14</a:t>
            </a:fld>
            <a:endParaRPr lang="en-US" dirty="0"/>
          </a:p>
        </p:txBody>
      </p:sp>
    </p:spTree>
    <p:extLst>
      <p:ext uri="{BB962C8B-B14F-4D97-AF65-F5344CB8AC3E}">
        <p14:creationId xmlns:p14="http://schemas.microsoft.com/office/powerpoint/2010/main" val="313764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We invite investors to join us in powering the future through sustainable energy. The Quezon Renewable Energy Hub offers a compelling opportunity to participate in a high-impact, high-return project that aligns with global climate goals. For inquiries and partnership discussions, please contact ceo@quezonenergyhub.com or visit www.quezonenergyhub.com.</a:t>
            </a:r>
          </a:p>
        </p:txBody>
      </p:sp>
      <p:sp>
        <p:nvSpPr>
          <p:cNvPr id="4" name="Slide Number Placeholder 3"/>
          <p:cNvSpPr>
            <a:spLocks noGrp="1"/>
          </p:cNvSpPr>
          <p:nvPr>
            <p:ph type="sldNum" sz="quarter" idx="5"/>
          </p:nvPr>
        </p:nvSpPr>
        <p:spPr/>
        <p:txBody>
          <a:bodyPr/>
          <a:lstStyle/>
          <a:p>
            <a:fld id="{28C6B470-179D-4B95-8906-D61C195EFD62}" type="slidenum">
              <a:rPr lang="en-US" smtClean="0"/>
              <a:t>15</a:t>
            </a:fld>
            <a:endParaRPr lang="en-US" dirty="0"/>
          </a:p>
        </p:txBody>
      </p:sp>
    </p:spTree>
    <p:extLst>
      <p:ext uri="{BB962C8B-B14F-4D97-AF65-F5344CB8AC3E}">
        <p14:creationId xmlns:p14="http://schemas.microsoft.com/office/powerpoint/2010/main" val="2298456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41161-19E1-2B95-EDB8-573FB3292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EEF10-26B3-7AC2-6ED8-D1650CAA4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F63B6-2D6F-AD71-2024-D5E4DDED7A41}"/>
              </a:ext>
            </a:extLst>
          </p:cNvPr>
          <p:cNvSpPr>
            <a:spLocks noGrp="1"/>
          </p:cNvSpPr>
          <p:nvPr>
            <p:ph type="body" idx="1"/>
          </p:nvPr>
        </p:nvSpPr>
        <p:spPr/>
        <p:txBody>
          <a:bodyPr/>
          <a:lstStyle/>
          <a:p>
            <a:r>
              <a:rPr lang="en-US"/>
              <a:t>Investor Engagement</a:t>
            </a:r>
          </a:p>
        </p:txBody>
      </p:sp>
      <p:sp>
        <p:nvSpPr>
          <p:cNvPr id="4" name="Slide Number Placeholder 3">
            <a:extLst>
              <a:ext uri="{FF2B5EF4-FFF2-40B4-BE49-F238E27FC236}">
                <a16:creationId xmlns:a16="http://schemas.microsoft.com/office/drawing/2014/main" id="{41ACE653-E0EC-A4AC-8FFA-96C1AA00B147}"/>
              </a:ext>
            </a:extLst>
          </p:cNvPr>
          <p:cNvSpPr>
            <a:spLocks noGrp="1"/>
          </p:cNvSpPr>
          <p:nvPr>
            <p:ph type="sldNum" sz="quarter" idx="5"/>
          </p:nvPr>
        </p:nvSpPr>
        <p:spPr/>
        <p:txBody>
          <a:bodyPr/>
          <a:lstStyle/>
          <a:p>
            <a:fld id="{28C6B470-179D-4B95-8906-D61C195EFD62}" type="slidenum">
              <a:rPr lang="en-US" smtClean="0"/>
              <a:t>16</a:t>
            </a:fld>
            <a:endParaRPr lang="en-US" dirty="0"/>
          </a:p>
        </p:txBody>
      </p:sp>
    </p:spTree>
    <p:extLst>
      <p:ext uri="{BB962C8B-B14F-4D97-AF65-F5344CB8AC3E}">
        <p14:creationId xmlns:p14="http://schemas.microsoft.com/office/powerpoint/2010/main" val="847274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11/10/2025</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601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smtClean="0"/>
              <a:t>11/10/2025</a:t>
            </a:fld>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482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7578674-8064-3B2C-DA7F-7E3D0B7E90DB}"/>
              </a:ext>
            </a:extLst>
          </p:cNvPr>
          <p:cNvSpPr>
            <a:spLocks noGrp="1"/>
          </p:cNvSpPr>
          <p:nvPr>
            <p:ph type="ctrTitle"/>
          </p:nvPr>
        </p:nvSpPr>
        <p:spPr>
          <a:xfrm>
            <a:off x="1088136" y="1095763"/>
            <a:ext cx="9598152" cy="4144566"/>
          </a:xfr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10" name="Subtitle 2">
            <a:extLst>
              <a:ext uri="{FF2B5EF4-FFF2-40B4-BE49-F238E27FC236}">
                <a16:creationId xmlns:a16="http://schemas.microsoft.com/office/drawing/2014/main" id="{9DABABE3-CA0A-1CAB-38CF-F3A5729B7D41}"/>
              </a:ext>
            </a:extLst>
          </p:cNvPr>
          <p:cNvSpPr>
            <a:spLocks noGrp="1"/>
          </p:cNvSpPr>
          <p:nvPr>
            <p:ph type="subTitle" idx="1"/>
          </p:nvPr>
        </p:nvSpPr>
        <p:spPr>
          <a:xfrm>
            <a:off x="1088136" y="5240329"/>
            <a:ext cx="7769354" cy="101239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11/10/2025</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CDFFF1FC-CDE9-3B47-D073-3394D4D035A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7761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BFF047-7A6B-BC21-B7D8-F250A7B5AD52}"/>
              </a:ext>
            </a:extLst>
          </p:cNvPr>
          <p:cNvSpPr>
            <a:spLocks noGrp="1"/>
          </p:cNvSpPr>
          <p:nvPr>
            <p:ph type="title"/>
          </p:nvPr>
        </p:nvSpPr>
        <p:spPr>
          <a:xfrm>
            <a:off x="1088136" y="1689380"/>
            <a:ext cx="7876287" cy="3614139"/>
          </a:xfrm>
        </p:spPr>
        <p:txBody>
          <a:bodyPr anchor="b">
            <a:noAutofit/>
          </a:bodyPr>
          <a:lstStyle>
            <a:lvl1pPr>
              <a:defRPr sz="6000"/>
            </a:lvl1pPr>
          </a:lstStyle>
          <a:p>
            <a:r>
              <a:rPr lang="en-US" dirty="0"/>
              <a:t>Click to edit Master title style</a:t>
            </a:r>
          </a:p>
        </p:txBody>
      </p:sp>
      <p:sp>
        <p:nvSpPr>
          <p:cNvPr id="14" name="Subtitle 2">
            <a:extLst>
              <a:ext uri="{FF2B5EF4-FFF2-40B4-BE49-F238E27FC236}">
                <a16:creationId xmlns:a16="http://schemas.microsoft.com/office/drawing/2014/main" id="{31F9B6D5-1061-6B04-A4A3-7F71A879F11E}"/>
              </a:ext>
            </a:extLst>
          </p:cNvPr>
          <p:cNvSpPr>
            <a:spLocks noGrp="1"/>
          </p:cNvSpPr>
          <p:nvPr>
            <p:ph type="subTitle" idx="1"/>
          </p:nvPr>
        </p:nvSpPr>
        <p:spPr>
          <a:xfrm>
            <a:off x="1088136" y="5306113"/>
            <a:ext cx="7375466" cy="1012390"/>
          </a:xfrm>
        </p:spPr>
        <p:txBody>
          <a:bodyPr vert="horz" lIns="91440" tIns="45720" rIns="91440" bIns="45720" rtlCol="0" anchor="t">
            <a:normAutofit/>
          </a:bodyPr>
          <a:lstStyle>
            <a:lvl1pPr marL="0" indent="0">
              <a:lnSpc>
                <a:spcPct val="100000"/>
              </a:lnSpc>
              <a:buNone/>
              <a:defRPr lang="en-US" sz="2000" dirty="0"/>
            </a:lvl1pPr>
          </a:lstStyle>
          <a:p>
            <a:pPr lvl="0"/>
            <a:r>
              <a:rPr lang="en-US"/>
              <a:t>Click to edit Master subtitle style</a:t>
            </a:r>
            <a:endParaRPr lang="en-US" dirty="0"/>
          </a:p>
        </p:txBody>
      </p:sp>
      <p:sp>
        <p:nvSpPr>
          <p:cNvPr id="9" name="Footer Placeholder 8">
            <a:extLst>
              <a:ext uri="{FF2B5EF4-FFF2-40B4-BE49-F238E27FC236}">
                <a16:creationId xmlns:a16="http://schemas.microsoft.com/office/drawing/2014/main" id="{6099C91B-9803-3812-63A6-5705DB9FE95D}"/>
              </a:ext>
            </a:extLst>
          </p:cNvPr>
          <p:cNvSpPr>
            <a:spLocks noGrp="1"/>
          </p:cNvSpPr>
          <p:nvPr>
            <p:ph type="ftr" sz="quarter" idx="11"/>
          </p:nvPr>
        </p:nvSpPr>
        <p:spPr/>
        <p:txBody>
          <a:bodyPr/>
          <a:lstStyle/>
          <a:p>
            <a:endParaRPr lang="en-US" dirty="0"/>
          </a:p>
        </p:txBody>
      </p:sp>
      <p:sp>
        <p:nvSpPr>
          <p:cNvPr id="8" name="Date Placeholder 7">
            <a:extLst>
              <a:ext uri="{FF2B5EF4-FFF2-40B4-BE49-F238E27FC236}">
                <a16:creationId xmlns:a16="http://schemas.microsoft.com/office/drawing/2014/main" id="{12DA3032-68CE-D997-667C-4C5C01E418A6}"/>
              </a:ext>
            </a:extLst>
          </p:cNvPr>
          <p:cNvSpPr>
            <a:spLocks noGrp="1"/>
          </p:cNvSpPr>
          <p:nvPr>
            <p:ph type="dt" sz="half" idx="10"/>
          </p:nvPr>
        </p:nvSpPr>
        <p:spPr/>
        <p:txBody>
          <a:bodyPr/>
          <a:lstStyle/>
          <a:p>
            <a:fld id="{2ABAD28B-DD56-4B56-883A-96608C765E28}" type="datetimeFigureOut">
              <a:rPr lang="en-US" smtClean="0"/>
              <a:t>11/10/2025</a:t>
            </a:fld>
            <a:endParaRPr lang="en-US" dirty="0"/>
          </a:p>
        </p:txBody>
      </p:sp>
      <p:sp>
        <p:nvSpPr>
          <p:cNvPr id="10" name="Slide Number Placeholder 9">
            <a:extLst>
              <a:ext uri="{FF2B5EF4-FFF2-40B4-BE49-F238E27FC236}">
                <a16:creationId xmlns:a16="http://schemas.microsoft.com/office/drawing/2014/main" id="{FC835D02-A0E8-5346-DE23-09C497D78BD1}"/>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4" name="Straight Connector 3">
            <a:extLst>
              <a:ext uri="{FF2B5EF4-FFF2-40B4-BE49-F238E27FC236}">
                <a16:creationId xmlns:a16="http://schemas.microsoft.com/office/drawing/2014/main" id="{C99E3101-0B78-A7AE-A693-73443263EEC8}"/>
              </a:ext>
              <a:ext uri="{C183D7F6-B498-43B3-948B-1728B52AA6E4}">
                <adec:decorative xmlns:adec="http://schemas.microsoft.com/office/drawing/2017/decorative" val="1"/>
              </a:ext>
            </a:extLst>
          </p:cNvPr>
          <p:cNvCxnSpPr>
            <a:cxnSpLocks/>
          </p:cNvCxnSpPr>
          <p:nvPr userDrawn="1"/>
        </p:nvCxnSpPr>
        <p:spPr>
          <a:xfrm>
            <a:off x="-6626" y="496546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67491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7C3FE82-1C77-7EDF-A1CD-DB107F252AE3}"/>
              </a:ext>
            </a:extLst>
          </p:cNvPr>
          <p:cNvSpPr>
            <a:spLocks noGrp="1"/>
          </p:cNvSpPr>
          <p:nvPr>
            <p:ph type="title"/>
          </p:nvPr>
        </p:nvSpPr>
        <p:spPr>
          <a:xfrm>
            <a:off x="1088136" y="1090244"/>
            <a:ext cx="10058400" cy="4021243"/>
          </a:xfrm>
        </p:spPr>
        <p:txBody>
          <a:bodyPr>
            <a:normAutofit/>
          </a:bodyPr>
          <a:lstStyle>
            <a:lvl1pPr>
              <a:defRPr sz="8000"/>
            </a:lvl1pPr>
          </a:lstStyle>
          <a:p>
            <a:r>
              <a:rPr lang="en-US"/>
              <a:t>Click to edit Master 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11/10/2025</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F708D0FD-E68E-587F-ED5A-5140B6EE7F7C}"/>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ubtitle 2">
            <a:extLst>
              <a:ext uri="{FF2B5EF4-FFF2-40B4-BE49-F238E27FC236}">
                <a16:creationId xmlns:a16="http://schemas.microsoft.com/office/drawing/2014/main" id="{65DB91C7-3013-1F4E-D55F-37E24A2C6878}"/>
              </a:ext>
            </a:extLst>
          </p:cNvPr>
          <p:cNvSpPr>
            <a:spLocks noGrp="1"/>
          </p:cNvSpPr>
          <p:nvPr>
            <p:ph type="subTitle" idx="1"/>
          </p:nvPr>
        </p:nvSpPr>
        <p:spPr>
          <a:xfrm>
            <a:off x="1088136" y="5360878"/>
            <a:ext cx="10015728" cy="566928"/>
          </a:xfrm>
        </p:spPr>
        <p:txBody>
          <a:bodyPr vert="horz" lIns="91440" tIns="45720" rIns="91440" bIns="45720" rtlCol="0" anchor="b">
            <a:normAutofit/>
          </a:bodyPr>
          <a:lstStyle>
            <a:lvl1pPr marL="0" indent="0" algn="r">
              <a:lnSpc>
                <a:spcPct val="100000"/>
              </a:lnSpc>
              <a:buNone/>
              <a:defRPr lang="en-US" sz="2000" dirty="0"/>
            </a:lvl1pPr>
          </a:lstStyle>
          <a:p>
            <a:pPr lvl="0"/>
            <a:r>
              <a:rPr lang="en-US" dirty="0"/>
              <a:t>Click to edit Master subtitle style</a:t>
            </a:r>
          </a:p>
        </p:txBody>
      </p:sp>
    </p:spTree>
    <p:extLst>
      <p:ext uri="{BB962C8B-B14F-4D97-AF65-F5344CB8AC3E}">
        <p14:creationId xmlns:p14="http://schemas.microsoft.com/office/powerpoint/2010/main" val="392361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F708609-7047-A87D-944D-1FAA546F3CE0}"/>
              </a:ext>
            </a:extLst>
          </p:cNvPr>
          <p:cNvSpPr>
            <a:spLocks noGrp="1"/>
          </p:cNvSpPr>
          <p:nvPr>
            <p:ph type="title"/>
          </p:nvPr>
        </p:nvSpPr>
        <p:spPr>
          <a:xfrm>
            <a:off x="82296" y="64007"/>
            <a:ext cx="12015216" cy="5120639"/>
          </a:xfrm>
        </p:spPr>
        <p:txBody>
          <a:bodyPr>
            <a:normAutofit/>
          </a:bodyPr>
          <a:lstStyle>
            <a:lvl1pPr>
              <a:defRPr sz="11500"/>
            </a:lvl1pPr>
          </a:lstStyle>
          <a:p>
            <a:r>
              <a:rPr lang="en-US"/>
              <a:t>Click to edit Master title style</a:t>
            </a:r>
          </a:p>
        </p:txBody>
      </p:sp>
      <p:sp>
        <p:nvSpPr>
          <p:cNvPr id="9" name="Subtitle 2">
            <a:extLst>
              <a:ext uri="{FF2B5EF4-FFF2-40B4-BE49-F238E27FC236}">
                <a16:creationId xmlns:a16="http://schemas.microsoft.com/office/drawing/2014/main" id="{83B55518-9256-4E26-0E87-88DBBA9A4404}"/>
              </a:ext>
            </a:extLst>
          </p:cNvPr>
          <p:cNvSpPr>
            <a:spLocks noGrp="1"/>
          </p:cNvSpPr>
          <p:nvPr>
            <p:ph type="subTitle" idx="1"/>
          </p:nvPr>
        </p:nvSpPr>
        <p:spPr>
          <a:xfrm>
            <a:off x="1088136" y="53481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lvl1pPr>
              <a:defRPr>
                <a:solidFill>
                  <a:schemeClr val="tx1"/>
                </a:solidFill>
              </a:defRPr>
            </a:lvl1pPr>
          </a:lstStyle>
          <a:p>
            <a:fld id="{2ABAD28B-DD56-4B56-883A-96608C765E28}" type="datetimeFigureOut">
              <a:rPr lang="en-US" smtClean="0"/>
              <a:pPr/>
              <a:t>11/10/2025</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lvl1pPr>
              <a:defRPr>
                <a:solidFill>
                  <a:schemeClr val="tx1"/>
                </a:solidFill>
              </a:defRPr>
            </a:lvl1pPr>
          </a:lstStyle>
          <a:p>
            <a:fld id="{7DF5BAF5-ABAB-4575-8E56-D109A3D17F9F}" type="slidenum">
              <a:rPr lang="en-US" smtClean="0"/>
              <a:pPr/>
              <a:t>‹#›</a:t>
            </a:fld>
            <a:endParaRPr lang="en-US" dirty="0"/>
          </a:p>
        </p:txBody>
      </p:sp>
      <p:cxnSp>
        <p:nvCxnSpPr>
          <p:cNvPr id="8" name="Straight Connector 7">
            <a:extLst>
              <a:ext uri="{FF2B5EF4-FFF2-40B4-BE49-F238E27FC236}">
                <a16:creationId xmlns:a16="http://schemas.microsoft.com/office/drawing/2014/main" id="{C64158DF-756B-260C-69DA-D76C163B7274}"/>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86149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6">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697EF66-DC3D-B2CA-7F76-8D8A7ED29968}"/>
              </a:ext>
            </a:extLst>
          </p:cNvPr>
          <p:cNvSpPr>
            <a:spLocks noGrp="1"/>
          </p:cNvSpPr>
          <p:nvPr>
            <p:ph type="title"/>
          </p:nvPr>
        </p:nvSpPr>
        <p:spPr>
          <a:xfrm>
            <a:off x="82296" y="64008"/>
            <a:ext cx="8229600" cy="2621154"/>
          </a:xfrm>
        </p:spPr>
        <p:txBody>
          <a:bodyPr>
            <a:noAutofit/>
          </a:bodyPr>
          <a:lstStyle>
            <a:lvl1pPr>
              <a:defRPr sz="6000"/>
            </a:lvl1pPr>
          </a:lstStyle>
          <a:p>
            <a:r>
              <a:rPr lang="en-US"/>
              <a:t>Click to edit Master title style</a:t>
            </a:r>
          </a:p>
        </p:txBody>
      </p:sp>
      <p:sp>
        <p:nvSpPr>
          <p:cNvPr id="13" name="Subtitle 2">
            <a:extLst>
              <a:ext uri="{FF2B5EF4-FFF2-40B4-BE49-F238E27FC236}">
                <a16:creationId xmlns:a16="http://schemas.microsoft.com/office/drawing/2014/main" id="{0F2A94AC-5C1C-CE45-09E9-C80B1B71FA27}"/>
              </a:ext>
            </a:extLst>
          </p:cNvPr>
          <p:cNvSpPr>
            <a:spLocks noGrp="1"/>
          </p:cNvSpPr>
          <p:nvPr>
            <p:ph type="subTitle" idx="1"/>
          </p:nvPr>
        </p:nvSpPr>
        <p:spPr>
          <a:xfrm>
            <a:off x="3513954" y="4431379"/>
            <a:ext cx="7611246" cy="1465254"/>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11/10/2025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C2E6B14D-48CB-3652-5FBF-557B0DB0C006}"/>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1881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userDrawn="1"/>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11/10/2025</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19145764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8905" y="284481"/>
            <a:ext cx="4244009" cy="4320310"/>
          </a:xfrm>
        </p:spPr>
        <p:txBody>
          <a:bodyPr vert="horz" lIns="91440" tIns="45720" rIns="91440" bIns="45720" rtlCol="0" anchor="t">
            <a:norm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08905" y="4827642"/>
            <a:ext cx="3916294" cy="1033669"/>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69670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08906" y="6438900"/>
            <a:ext cx="2351783" cy="419100"/>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80C9AB94-8F6E-3F2E-B012-AADB80E5486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11/10/2025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2BA6CE1C-3B05-36AC-25B7-6050ED0CBE18}"/>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0935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11/10/2025</a:t>
            </a:fld>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41739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1055" y="1111101"/>
            <a:ext cx="4179762" cy="3935983"/>
          </a:xfrm>
        </p:spPr>
        <p:txBody>
          <a:bodyPr vert="horz" lIns="91440" tIns="45720" rIns="91440" bIns="45720" rtlCol="0" anchor="t">
            <a:normAutofit/>
          </a:bodyPr>
          <a:lstStyle>
            <a:lvl1pPr>
              <a:defRPr lang="en-US" sz="3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91688" y="5190622"/>
            <a:ext cx="4179762" cy="1095877"/>
          </a:xfrm>
        </p:spPr>
        <p:txBody>
          <a:bodyPr vert="horz" lIns="91440" tIns="45720" rIns="91440" bIns="45720" rtlCol="0" anchor="b">
            <a:normAutofit/>
          </a:bodyPr>
          <a:lstStyle>
            <a:lvl1pPr marL="0" indent="0">
              <a:lnSpc>
                <a:spcPct val="100000"/>
              </a:lnSpc>
              <a:buNone/>
              <a:defRPr lang="en-US" sz="1600" dirty="0"/>
            </a:lvl1pPr>
          </a:lstStyle>
          <a:p>
            <a:pPr lvl="0"/>
            <a:r>
              <a:rPr lang="en-US" dirty="0"/>
              <a:t>Click to edit Master subtitle style</a:t>
            </a:r>
          </a:p>
        </p:txBody>
      </p:sp>
      <p:cxnSp>
        <p:nvCxnSpPr>
          <p:cNvPr id="4" name="Straight Connector 3">
            <a:extLst>
              <a:ext uri="{FF2B5EF4-FFF2-40B4-BE49-F238E27FC236}">
                <a16:creationId xmlns:a16="http://schemas.microsoft.com/office/drawing/2014/main" id="{246DF655-18E5-0F01-A30A-A66220E09345}"/>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4B984BF6-8944-BCD9-907F-19E062A93E04}"/>
              </a:ext>
            </a:extLst>
          </p:cNvPr>
          <p:cNvSpPr>
            <a:spLocks noGrp="1"/>
          </p:cNvSpPr>
          <p:nvPr>
            <p:ph type="ftr" sz="quarter" idx="11"/>
          </p:nvPr>
        </p:nvSpPr>
        <p:spPr>
          <a:xfrm>
            <a:off x="1091689" y="6430037"/>
            <a:ext cx="2604618"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0A1EB0B-7080-C0FF-A599-2F24CE797B37}"/>
              </a:ext>
            </a:extLst>
          </p:cNvPr>
          <p:cNvSpPr>
            <a:spLocks noGrp="1"/>
          </p:cNvSpPr>
          <p:nvPr>
            <p:ph type="dt" sz="half" idx="15"/>
          </p:nvPr>
        </p:nvSpPr>
        <p:spPr>
          <a:xfrm>
            <a:off x="3786513" y="6430037"/>
            <a:ext cx="864704" cy="419100"/>
          </a:xfrm>
        </p:spPr>
        <p:txBody>
          <a:bodyPr/>
          <a:lstStyle/>
          <a:p>
            <a:fld id="{2ABAD28B-DD56-4B56-883A-96608C765E28}" type="datetimeFigureOut">
              <a:rPr lang="en-US" smtClean="0"/>
              <a:pPr/>
              <a:t>11/10/2025</a:t>
            </a:fld>
            <a:endParaRPr lang="en-US" dirty="0"/>
          </a:p>
        </p:txBody>
      </p:sp>
      <p:sp>
        <p:nvSpPr>
          <p:cNvPr id="10" name="Slide Number Placeholder 5">
            <a:extLst>
              <a:ext uri="{FF2B5EF4-FFF2-40B4-BE49-F238E27FC236}">
                <a16:creationId xmlns:a16="http://schemas.microsoft.com/office/drawing/2014/main" id="{D9E47F5A-D737-9005-3896-E6383830C7E3}"/>
              </a:ext>
            </a:extLst>
          </p:cNvPr>
          <p:cNvSpPr>
            <a:spLocks noGrp="1"/>
          </p:cNvSpPr>
          <p:nvPr>
            <p:ph type="sldNum" sz="quarter" idx="12"/>
          </p:nvPr>
        </p:nvSpPr>
        <p:spPr>
          <a:xfrm>
            <a:off x="4659381" y="6430037"/>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00050" y="0"/>
            <a:ext cx="669195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220620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11/10/2025</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0778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11/10/2025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217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11/10/2025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418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587999" y="405240"/>
            <a:ext cx="5916508" cy="1819662"/>
          </a:xfrm>
        </p:spPr>
        <p:txBody>
          <a:bodyPr anchor="b">
            <a:normAutofit/>
          </a:bodyPr>
          <a:lstStyle>
            <a:lvl1pPr>
              <a:defRPr sz="80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481119"/>
            <a:ext cx="5916507" cy="3394364"/>
          </a:xfrm>
        </p:spPr>
        <p:txBody>
          <a:bodyPr anchor="b">
            <a:normAutofit/>
          </a:bodyPr>
          <a:lstStyle>
            <a:lvl1pPr marL="457200" indent="-457200">
              <a:lnSpc>
                <a:spcPct val="100000"/>
              </a:lnSpc>
              <a:buFont typeface="+mj-lt"/>
              <a:buAutoNum type="arabicPeriod"/>
              <a:defRPr sz="2000"/>
            </a:lvl1pPr>
            <a:lvl2pPr marL="571500" indent="-3429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a:lnSpc>
                <a:spcPct val="100000"/>
              </a:lnSpc>
              <a:buFont typeface="+mj-lt"/>
              <a:buAutoNum type="arabicPeriod"/>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AF50F4DE-D5C9-EDEE-A6C1-8053893B18C6}"/>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0E02C9ED-7E7F-43D6-3567-8A7D0DC86025}"/>
              </a:ext>
            </a:extLst>
          </p:cNvPr>
          <p:cNvSpPr>
            <a:spLocks noGrp="1"/>
          </p:cNvSpPr>
          <p:nvPr>
            <p:ph type="ftr" sz="quarter" idx="11"/>
          </p:nvPr>
        </p:nvSpPr>
        <p:spPr>
          <a:xfrm>
            <a:off x="5588000" y="6438900"/>
            <a:ext cx="3972690" cy="419100"/>
          </a:xfrm>
        </p:spPr>
        <p:txBody>
          <a:bodyPr/>
          <a:lstStyle/>
          <a:p>
            <a:r>
              <a:rPr lang="en-US" dirty="0"/>
              <a:t>Sample Footer Text</a:t>
            </a:r>
          </a:p>
        </p:txBody>
      </p:sp>
      <p:sp>
        <p:nvSpPr>
          <p:cNvPr id="13" name="Date Placeholder 4">
            <a:extLst>
              <a:ext uri="{FF2B5EF4-FFF2-40B4-BE49-F238E27FC236}">
                <a16:creationId xmlns:a16="http://schemas.microsoft.com/office/drawing/2014/main" id="{94369780-1787-623B-A3F0-C72DED32992F}"/>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11/10/2025</a:t>
            </a:fld>
            <a:endParaRPr lang="en-US" dirty="0"/>
          </a:p>
        </p:txBody>
      </p:sp>
      <p:sp>
        <p:nvSpPr>
          <p:cNvPr id="14" name="Slide Number Placeholder 5">
            <a:extLst>
              <a:ext uri="{FF2B5EF4-FFF2-40B4-BE49-F238E27FC236}">
                <a16:creationId xmlns:a16="http://schemas.microsoft.com/office/drawing/2014/main" id="{B9B34B61-93E0-16E5-3DE1-0085D9CB4486}"/>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55361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A8E2B0F-68B7-6425-620F-3E3285F51A3E}"/>
              </a:ext>
            </a:extLst>
          </p:cNvPr>
          <p:cNvSpPr>
            <a:spLocks noGrp="1"/>
          </p:cNvSpPr>
          <p:nvPr>
            <p:ph type="title"/>
          </p:nvPr>
        </p:nvSpPr>
        <p:spPr>
          <a:xfrm>
            <a:off x="1088136" y="1090244"/>
            <a:ext cx="4659277" cy="16698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F2BB16B-437E-D6AB-E317-2BE63ABCB1E0}"/>
              </a:ext>
            </a:extLst>
          </p:cNvPr>
          <p:cNvSpPr>
            <a:spLocks noGrp="1"/>
          </p:cNvSpPr>
          <p:nvPr>
            <p:ph sz="quarter" idx="14"/>
          </p:nvPr>
        </p:nvSpPr>
        <p:spPr>
          <a:xfrm>
            <a:off x="6444588" y="1090244"/>
            <a:ext cx="4680612" cy="1670050"/>
          </a:xfrm>
        </p:spPr>
        <p:txBody>
          <a:bodyPr/>
          <a:lstStyle>
            <a:lvl1pPr>
              <a:lnSpc>
                <a:spcPct val="100000"/>
              </a:lnSpc>
              <a:buFontTx/>
              <a:buNone/>
              <a:defRPr baseline="0"/>
            </a:lvl1pPr>
            <a:lvl2pPr marL="228600" indent="0">
              <a:lnSpc>
                <a:spcPct val="100000"/>
              </a:lnSpc>
              <a:buFontTx/>
              <a:buNone/>
              <a:defRPr baseline="0"/>
            </a:lvl2pPr>
            <a:lvl3pPr marL="457200" indent="0">
              <a:lnSpc>
                <a:spcPct val="100000"/>
              </a:lnSpc>
              <a:buFontTx/>
              <a:buNone/>
              <a:defRPr baseline="0"/>
            </a:lvl3pPr>
            <a:lvl4pPr marL="685800" indent="0">
              <a:lnSpc>
                <a:spcPct val="100000"/>
              </a:lnSpc>
              <a:buFontTx/>
              <a:buNone/>
              <a:defRPr baseline="0"/>
            </a:lvl4pPr>
            <a:lvl5pPr marL="914400" indent="0">
              <a:lnSpc>
                <a:spcPct val="100000"/>
              </a:lnSpc>
              <a:buFontTx/>
              <a:buNone/>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11/10/2025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66FBA52A-0B44-31D0-A581-D65241A30F6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413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493858" cy="345689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263141" y="1115290"/>
            <a:ext cx="5862059" cy="346121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11/10/2025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28C9ED00-129A-337D-199B-933973FFF6B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16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11/10/2025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471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5733" y="1119386"/>
            <a:ext cx="3496147" cy="4940661"/>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63418" y="1119386"/>
            <a:ext cx="6242849" cy="4940661"/>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11/10/2025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17C024E-BDA9-596A-880A-BD5A17F5C7F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6072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11/10/2025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4129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dirty="0"/>
              <a:t>Click to edit Master title style</a:t>
            </a:r>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11/10/2025</a:t>
            </a:fld>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31919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780" y="1111101"/>
            <a:ext cx="6339541" cy="114300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90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E94E29EC-6D85-E8CA-F571-29C29779804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91F623F8-148C-BF68-DC1B-B1261EF2B177}"/>
              </a:ext>
            </a:extLst>
          </p:cNvPr>
          <p:cNvSpPr>
            <a:spLocks noGrp="1"/>
          </p:cNvSpPr>
          <p:nvPr>
            <p:ph type="ftr" sz="quarter" idx="11"/>
          </p:nvPr>
        </p:nvSpPr>
        <p:spPr>
          <a:xfrm>
            <a:off x="1097781" y="6438900"/>
            <a:ext cx="4775030" cy="419100"/>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F4339383-0924-E735-8737-2CFD7A1D40E9}"/>
              </a:ext>
            </a:extLst>
          </p:cNvPr>
          <p:cNvSpPr>
            <a:spLocks noGrp="1"/>
          </p:cNvSpPr>
          <p:nvPr>
            <p:ph type="dt" sz="half" idx="15"/>
          </p:nvPr>
        </p:nvSpPr>
        <p:spPr>
          <a:xfrm>
            <a:off x="5963017" y="6438900"/>
            <a:ext cx="864704" cy="419100"/>
          </a:xfrm>
        </p:spPr>
        <p:txBody>
          <a:bodyPr/>
          <a:lstStyle/>
          <a:p>
            <a:fld id="{2ABAD28B-DD56-4B56-883A-96608C765E28}" type="datetimeFigureOut">
              <a:rPr lang="en-US" smtClean="0"/>
              <a:pPr/>
              <a:t>11/10/2025</a:t>
            </a:fld>
            <a:endParaRPr lang="en-US" dirty="0"/>
          </a:p>
        </p:txBody>
      </p:sp>
      <p:sp>
        <p:nvSpPr>
          <p:cNvPr id="6" name="Slide Number Placeholder 5">
            <a:extLst>
              <a:ext uri="{FF2B5EF4-FFF2-40B4-BE49-F238E27FC236}">
                <a16:creationId xmlns:a16="http://schemas.microsoft.com/office/drawing/2014/main" id="{92279924-70A9-325D-5C94-812F304840DB}"/>
              </a:ext>
            </a:extLst>
          </p:cNvPr>
          <p:cNvSpPr>
            <a:spLocks noGrp="1"/>
          </p:cNvSpPr>
          <p:nvPr>
            <p:ph type="sldNum" sz="quarter" idx="12"/>
          </p:nvPr>
        </p:nvSpPr>
        <p:spPr>
          <a:xfrm>
            <a:off x="683588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85414"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0498344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11/10/2025</a:t>
            </a:fld>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204964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dirty="0"/>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2ABAD28B-DD56-4B56-883A-96608C765E28}" type="datetimeFigureOut">
              <a:rPr lang="en-US" smtClean="0"/>
              <a:pPr/>
              <a:t>11/10/2025</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523332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86751" y="1115736"/>
            <a:ext cx="4738450" cy="1283986"/>
          </a:xfrm>
        </p:spPr>
        <p:txBody>
          <a:bodyPr anchor="t">
            <a:norm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F01DFFF1-3C5B-AB29-A606-DE5652872224}"/>
              </a:ext>
            </a:extLst>
          </p:cNvPr>
          <p:cNvSpPr>
            <a:spLocks noGrp="1"/>
          </p:cNvSpPr>
          <p:nvPr>
            <p:ph type="pic" sz="quarter" idx="13" hasCustomPrompt="1"/>
          </p:nvPr>
        </p:nvSpPr>
        <p:spPr>
          <a:xfrm>
            <a:off x="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E2816D63-0E0C-C808-4BF8-6A562C18459A}"/>
              </a:ext>
            </a:extLst>
          </p:cNvPr>
          <p:cNvSpPr>
            <a:spLocks noGrp="1"/>
          </p:cNvSpPr>
          <p:nvPr>
            <p:ph sz="quarter" idx="15"/>
          </p:nvPr>
        </p:nvSpPr>
        <p:spPr>
          <a:xfrm>
            <a:off x="6386751" y="2552124"/>
            <a:ext cx="4738450" cy="3734376"/>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04FCA30A-9E9D-9618-76A9-8B4CFF8E32FB}"/>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536C1912-E3D3-9A9F-E1CD-E0E6FFC247FA}"/>
              </a:ext>
            </a:extLst>
          </p:cNvPr>
          <p:cNvSpPr>
            <a:spLocks noGrp="1"/>
          </p:cNvSpPr>
          <p:nvPr>
            <p:ph type="ftr" sz="quarter" idx="11"/>
          </p:nvPr>
        </p:nvSpPr>
        <p:spPr>
          <a:xfrm>
            <a:off x="6386752" y="6438900"/>
            <a:ext cx="3173938" cy="419100"/>
          </a:xfrm>
        </p:spPr>
        <p:txBody>
          <a:bodyPr/>
          <a:lstStyle/>
          <a:p>
            <a:r>
              <a:rPr lang="en-US"/>
              <a:t>Sample Footer Text</a:t>
            </a:r>
            <a:endParaRPr lang="en-US" dirty="0"/>
          </a:p>
        </p:txBody>
      </p:sp>
      <p:sp>
        <p:nvSpPr>
          <p:cNvPr id="4" name="Date Placeholder 4">
            <a:extLst>
              <a:ext uri="{FF2B5EF4-FFF2-40B4-BE49-F238E27FC236}">
                <a16:creationId xmlns:a16="http://schemas.microsoft.com/office/drawing/2014/main" id="{8D67CAFB-8059-63E5-52A8-1184092A0F3D}"/>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11/10/2025</a:t>
            </a:fld>
            <a:endParaRPr lang="en-US" dirty="0"/>
          </a:p>
        </p:txBody>
      </p:sp>
      <p:sp>
        <p:nvSpPr>
          <p:cNvPr id="8" name="Slide Number Placeholder 5">
            <a:extLst>
              <a:ext uri="{FF2B5EF4-FFF2-40B4-BE49-F238E27FC236}">
                <a16:creationId xmlns:a16="http://schemas.microsoft.com/office/drawing/2014/main" id="{12D5E22B-CB25-9948-A8AA-BACF7E422F0B}"/>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82328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dirty="0"/>
              <a:t>Sample Footer Text</a:t>
            </a: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2ABAD28B-DD56-4B56-883A-96608C765E28}" type="datetimeFigureOut">
              <a:rPr lang="en-US" smtClean="0"/>
              <a:pPr/>
              <a:t>11/10/2025</a:t>
            </a:fld>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8302217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1355" y="1111101"/>
            <a:ext cx="3813845" cy="1493861"/>
          </a:xfrm>
        </p:spPr>
        <p:txBody>
          <a:bodyPr anchor="t">
            <a:normAutofit/>
          </a:bodyPr>
          <a:lstStyle>
            <a:lvl1pPr>
              <a:defRPr sz="3600"/>
            </a:lvl1pPr>
          </a:lstStyle>
          <a:p>
            <a:r>
              <a:rPr lang="en-US" dirty="0"/>
              <a:t>Click to edit Master title style</a:t>
            </a:r>
          </a:p>
        </p:txBody>
      </p:sp>
      <p:sp>
        <p:nvSpPr>
          <p:cNvPr id="5" name="Picture Placeholder 10">
            <a:extLst>
              <a:ext uri="{FF2B5EF4-FFF2-40B4-BE49-F238E27FC236}">
                <a16:creationId xmlns:a16="http://schemas.microsoft.com/office/drawing/2014/main" id="{F6B569F2-50A1-6E37-5081-6843927083F0}"/>
              </a:ext>
            </a:extLst>
          </p:cNvPr>
          <p:cNvSpPr>
            <a:spLocks noGrp="1"/>
          </p:cNvSpPr>
          <p:nvPr>
            <p:ph type="pic" sz="quarter" idx="13" hasCustomPrompt="1"/>
          </p:nvPr>
        </p:nvSpPr>
        <p:spPr>
          <a:xfrm>
            <a:off x="1219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7B790101-D67D-E697-E691-37D8E802AC85}"/>
              </a:ext>
            </a:extLst>
          </p:cNvPr>
          <p:cNvSpPr>
            <a:spLocks noGrp="1"/>
          </p:cNvSpPr>
          <p:nvPr>
            <p:ph sz="quarter" idx="18"/>
          </p:nvPr>
        </p:nvSpPr>
        <p:spPr>
          <a:xfrm>
            <a:off x="7311355"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84F1FBBF-D97E-831B-C809-27FFA216026F}"/>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456D6AD1-4AB5-D3E4-10D2-9E53DB2CC8EA}"/>
              </a:ext>
            </a:extLst>
          </p:cNvPr>
          <p:cNvSpPr>
            <a:spLocks noGrp="1"/>
          </p:cNvSpPr>
          <p:nvPr>
            <p:ph type="ftr" sz="quarter" idx="11"/>
          </p:nvPr>
        </p:nvSpPr>
        <p:spPr>
          <a:xfrm>
            <a:off x="7311355" y="6438900"/>
            <a:ext cx="2249334" cy="419100"/>
          </a:xfrm>
        </p:spPr>
        <p:txBody>
          <a:bodyPr/>
          <a:lstStyle/>
          <a:p>
            <a:r>
              <a:rPr lang="en-US" dirty="0"/>
              <a:t>Sample Footer Text</a:t>
            </a:r>
          </a:p>
        </p:txBody>
      </p:sp>
      <p:sp>
        <p:nvSpPr>
          <p:cNvPr id="8" name="Date Placeholder 4">
            <a:extLst>
              <a:ext uri="{FF2B5EF4-FFF2-40B4-BE49-F238E27FC236}">
                <a16:creationId xmlns:a16="http://schemas.microsoft.com/office/drawing/2014/main" id="{9760FBEC-EA46-6A15-284D-4BBD1E04A1B4}"/>
              </a:ext>
            </a:extLst>
          </p:cNvPr>
          <p:cNvSpPr>
            <a:spLocks noGrp="1"/>
          </p:cNvSpPr>
          <p:nvPr>
            <p:ph type="dt" sz="half" idx="15"/>
          </p:nvPr>
        </p:nvSpPr>
        <p:spPr>
          <a:xfrm>
            <a:off x="9650896" y="6438900"/>
            <a:ext cx="864704" cy="419100"/>
          </a:xfrm>
        </p:spPr>
        <p:txBody>
          <a:bodyPr/>
          <a:lstStyle/>
          <a:p>
            <a:fld id="{2ABAD28B-DD56-4B56-883A-96608C765E28}" type="datetimeFigureOut">
              <a:rPr lang="en-US" smtClean="0"/>
              <a:pPr/>
              <a:t>11/10/2025</a:t>
            </a:fld>
            <a:endParaRPr lang="en-US" dirty="0"/>
          </a:p>
        </p:txBody>
      </p:sp>
      <p:sp>
        <p:nvSpPr>
          <p:cNvPr id="11" name="Slide Number Placeholder 5">
            <a:extLst>
              <a:ext uri="{FF2B5EF4-FFF2-40B4-BE49-F238E27FC236}">
                <a16:creationId xmlns:a16="http://schemas.microsoft.com/office/drawing/2014/main" id="{919DC249-6449-71C0-F0A2-E5A28E550CB0}"/>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39722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11/10/2025</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170458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dirty="0"/>
              <a:t>Click to edit Master title style</a:t>
            </a:r>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userDrawn="1"/>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dirty="0"/>
              <a:t>Sample Footer Text</a:t>
            </a: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2ABAD28B-DD56-4B56-883A-96608C765E28}" type="datetimeFigureOut">
              <a:rPr lang="en-US" smtClean="0"/>
              <a:pPr/>
              <a:t>11/10/2025</a:t>
            </a:fld>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379109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1746" y="1112431"/>
            <a:ext cx="3230992" cy="1858941"/>
          </a:xfrm>
        </p:spPr>
        <p:txBody>
          <a:bodyPr anchor="t"/>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092741"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DC26608-3419-7FD3-1CD3-EB1EF597746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2FF5E252-7CD5-70EF-A3E5-C079B418EA8A}"/>
              </a:ext>
            </a:extLst>
          </p:cNvPr>
          <p:cNvSpPr>
            <a:spLocks noGrp="1"/>
          </p:cNvSpPr>
          <p:nvPr>
            <p:ph type="ftr" sz="quarter" idx="11"/>
          </p:nvPr>
        </p:nvSpPr>
        <p:spPr>
          <a:xfrm>
            <a:off x="1091746" y="6438900"/>
            <a:ext cx="1656002" cy="419100"/>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7204A7B0-14BD-7B7E-62AF-3685F9B4BFEF}"/>
              </a:ext>
            </a:extLst>
          </p:cNvPr>
          <p:cNvSpPr>
            <a:spLocks noGrp="1"/>
          </p:cNvSpPr>
          <p:nvPr>
            <p:ph type="dt" sz="half" idx="15"/>
          </p:nvPr>
        </p:nvSpPr>
        <p:spPr>
          <a:xfrm>
            <a:off x="2837954" y="6438900"/>
            <a:ext cx="864704" cy="419100"/>
          </a:xfrm>
        </p:spPr>
        <p:txBody>
          <a:bodyPr/>
          <a:lstStyle/>
          <a:p>
            <a:fld id="{2ABAD28B-DD56-4B56-883A-96608C765E28}" type="datetimeFigureOut">
              <a:rPr lang="en-US" smtClean="0"/>
              <a:pPr/>
              <a:t>11/10/2025</a:t>
            </a:fld>
            <a:endParaRPr lang="en-US" dirty="0"/>
          </a:p>
        </p:txBody>
      </p:sp>
      <p:sp>
        <p:nvSpPr>
          <p:cNvPr id="11" name="Slide Number Placeholder 5">
            <a:extLst>
              <a:ext uri="{FF2B5EF4-FFF2-40B4-BE49-F238E27FC236}">
                <a16:creationId xmlns:a16="http://schemas.microsoft.com/office/drawing/2014/main" id="{33A8D2A5-F36B-C5DD-6ABC-6D69A63EFD3E}"/>
              </a:ext>
            </a:extLst>
          </p:cNvPr>
          <p:cNvSpPr>
            <a:spLocks noGrp="1"/>
          </p:cNvSpPr>
          <p:nvPr>
            <p:ph type="sldNum" sz="quarter" idx="12"/>
          </p:nvPr>
        </p:nvSpPr>
        <p:spPr>
          <a:xfrm>
            <a:off x="3710822" y="6438900"/>
            <a:ext cx="601436" cy="419100"/>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710223"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492067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03132" y="4454843"/>
            <a:ext cx="2734129" cy="1988825"/>
          </a:xfrm>
        </p:spPr>
        <p:txBody>
          <a:bodyPr anchor="t">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6911"/>
            <a:ext cx="12192000" cy="413645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36199" y="4454843"/>
            <a:ext cx="7579766" cy="198882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CCF35F03-6B82-7805-3568-C459D0906B68}"/>
              </a:ext>
              <a:ext uri="{C183D7F6-B498-43B3-948B-1728B52AA6E4}">
                <adec:decorative xmlns:adec="http://schemas.microsoft.com/office/drawing/2017/decorative" val="1"/>
              </a:ext>
            </a:extLst>
          </p:cNvPr>
          <p:cNvCxnSpPr>
            <a:cxnSpLocks/>
          </p:cNvCxnSpPr>
          <p:nvPr userDrawn="1"/>
        </p:nvCxnSpPr>
        <p:spPr>
          <a:xfrm>
            <a:off x="0" y="456943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D566ECED-4F66-9F69-9550-8AEE33E69132}"/>
              </a:ext>
            </a:extLst>
          </p:cNvPr>
          <p:cNvSpPr>
            <a:spLocks noGrp="1"/>
          </p:cNvSpPr>
          <p:nvPr>
            <p:ph type="dt" sz="half" idx="15"/>
          </p:nvPr>
        </p:nvSpPr>
        <p:spPr/>
        <p:txBody>
          <a:bodyPr/>
          <a:lstStyle/>
          <a:p>
            <a:fld id="{2ABAD28B-DD56-4B56-883A-96608C765E28}" type="datetimeFigureOut">
              <a:rPr lang="en-US" smtClean="0"/>
              <a:pPr/>
              <a:t>11/10/2025</a:t>
            </a:fld>
            <a:endParaRPr lang="en-US" dirty="0"/>
          </a:p>
        </p:txBody>
      </p:sp>
      <p:sp>
        <p:nvSpPr>
          <p:cNvPr id="9" name="Footer Placeholder 8">
            <a:extLst>
              <a:ext uri="{FF2B5EF4-FFF2-40B4-BE49-F238E27FC236}">
                <a16:creationId xmlns:a16="http://schemas.microsoft.com/office/drawing/2014/main" id="{71D64763-04B8-333B-5679-3D29011ED739}"/>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6F9DBBC-106A-8C73-CFE2-A01128FF9A72}"/>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3103244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userDrawn="1"/>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smtClean="0"/>
              <a:pPr/>
              <a:t>11/10/2025</a:t>
            </a:fld>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3555388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305" y="1111141"/>
            <a:ext cx="3021873" cy="1926781"/>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4288" y="1033272"/>
            <a:ext cx="7188111" cy="2395728"/>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1EACFAF5-0970-68B5-D05E-9879C8497D82}"/>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B78A30E2-3F57-8F47-602F-5C2276719499}"/>
              </a:ext>
            </a:extLst>
          </p:cNvPr>
          <p:cNvSpPr>
            <a:spLocks noGrp="1"/>
          </p:cNvSpPr>
          <p:nvPr>
            <p:ph type="ftr" sz="quarter" idx="16"/>
          </p:nvPr>
        </p:nvSpPr>
        <p:spPr>
          <a:xfrm>
            <a:off x="1088136" y="3498930"/>
            <a:ext cx="8562760" cy="419100"/>
          </a:xfrm>
        </p:spPr>
        <p:txBody>
          <a:bodyPr/>
          <a:lstStyle/>
          <a:p>
            <a:endParaRPr lang="en-US" dirty="0"/>
          </a:p>
        </p:txBody>
      </p:sp>
      <p:sp>
        <p:nvSpPr>
          <p:cNvPr id="3" name="Date Placeholder 2">
            <a:extLst>
              <a:ext uri="{FF2B5EF4-FFF2-40B4-BE49-F238E27FC236}">
                <a16:creationId xmlns:a16="http://schemas.microsoft.com/office/drawing/2014/main" id="{CAC29AEB-6392-7627-D3BB-B1FE7ADEE113}"/>
              </a:ext>
            </a:extLst>
          </p:cNvPr>
          <p:cNvSpPr>
            <a:spLocks noGrp="1"/>
          </p:cNvSpPr>
          <p:nvPr>
            <p:ph type="dt" sz="half" idx="15"/>
          </p:nvPr>
        </p:nvSpPr>
        <p:spPr>
          <a:xfrm>
            <a:off x="9650896" y="3498930"/>
            <a:ext cx="864704" cy="419100"/>
          </a:xfrm>
        </p:spPr>
        <p:txBody>
          <a:bodyPr/>
          <a:lstStyle/>
          <a:p>
            <a:fld id="{2ABAD28B-DD56-4B56-883A-96608C765E28}" type="datetimeFigureOut">
              <a:rPr lang="en-US" smtClean="0"/>
              <a:pPr/>
              <a:t>11/10/2025</a:t>
            </a:fld>
            <a:endParaRPr lang="en-US" dirty="0"/>
          </a:p>
        </p:txBody>
      </p:sp>
      <p:sp>
        <p:nvSpPr>
          <p:cNvPr id="11" name="Slide Number Placeholder 10">
            <a:extLst>
              <a:ext uri="{FF2B5EF4-FFF2-40B4-BE49-F238E27FC236}">
                <a16:creationId xmlns:a16="http://schemas.microsoft.com/office/drawing/2014/main" id="{B5316922-C670-FE33-CD5C-8173F749255B}"/>
              </a:ext>
            </a:extLst>
          </p:cNvPr>
          <p:cNvSpPr>
            <a:spLocks noGrp="1"/>
          </p:cNvSpPr>
          <p:nvPr>
            <p:ph type="sldNum" sz="quarter" idx="17"/>
          </p:nvPr>
        </p:nvSpPr>
        <p:spPr>
          <a:xfrm>
            <a:off x="10523764" y="3498930"/>
            <a:ext cx="601436" cy="419100"/>
          </a:xfrm>
        </p:spPr>
        <p:txBody>
          <a:bodyPr/>
          <a:lstStyle/>
          <a:p>
            <a:fld id="{7DF5BAF5-ABAB-4575-8E56-D109A3D17F9F}" type="slidenum">
              <a:rPr lang="en-US" smtClean="0"/>
              <a:pPr/>
              <a:t>‹#›</a:t>
            </a:fld>
            <a:endParaRPr lang="en-US"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914863"/>
            <a:ext cx="12192000" cy="2943138"/>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574502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8DD8E17-974D-2F0F-D2EF-4321ADF69D7D}"/>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5" name="Content Placeholder 7">
            <a:extLst>
              <a:ext uri="{FF2B5EF4-FFF2-40B4-BE49-F238E27FC236}">
                <a16:creationId xmlns:a16="http://schemas.microsoft.com/office/drawing/2014/main" id="{B30C58BE-F380-22BA-CA7C-FB2B96D78536}"/>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a:extLst>
              <a:ext uri="{FF2B5EF4-FFF2-40B4-BE49-F238E27FC236}">
                <a16:creationId xmlns:a16="http://schemas.microsoft.com/office/drawing/2014/main" id="{BF998679-00B4-E130-BD79-0313E0E76C5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71E0CB0C-BB20-9ACF-5731-283BD5D232EC}"/>
              </a:ext>
            </a:extLst>
          </p:cNvPr>
          <p:cNvSpPr>
            <a:spLocks noGrp="1"/>
          </p:cNvSpPr>
          <p:nvPr>
            <p:ph type="ftr" sz="quarter" idx="11"/>
          </p:nvPr>
        </p:nvSpPr>
        <p:spPr>
          <a:xfrm>
            <a:off x="1090941" y="6438900"/>
            <a:ext cx="3312004" cy="419100"/>
          </a:xfrm>
        </p:spPr>
        <p:txBody>
          <a:bodyPr/>
          <a:lstStyle/>
          <a:p>
            <a:r>
              <a:rPr lang="en-US"/>
              <a:t>Sample Footer Text</a:t>
            </a:r>
            <a:endParaRPr lang="en-US" dirty="0"/>
          </a:p>
        </p:txBody>
      </p:sp>
      <p:sp>
        <p:nvSpPr>
          <p:cNvPr id="3" name="Date Placeholder 4">
            <a:extLst>
              <a:ext uri="{FF2B5EF4-FFF2-40B4-BE49-F238E27FC236}">
                <a16:creationId xmlns:a16="http://schemas.microsoft.com/office/drawing/2014/main" id="{17475061-2831-1993-95F3-3031A57F1454}"/>
              </a:ext>
            </a:extLst>
          </p:cNvPr>
          <p:cNvSpPr>
            <a:spLocks noGrp="1"/>
          </p:cNvSpPr>
          <p:nvPr>
            <p:ph type="dt" sz="half" idx="15"/>
          </p:nvPr>
        </p:nvSpPr>
        <p:spPr>
          <a:xfrm>
            <a:off x="4493151" y="6438900"/>
            <a:ext cx="864704" cy="419100"/>
          </a:xfrm>
        </p:spPr>
        <p:txBody>
          <a:bodyPr/>
          <a:lstStyle/>
          <a:p>
            <a:fld id="{2ABAD28B-DD56-4B56-883A-96608C765E28}" type="datetimeFigureOut">
              <a:rPr lang="en-US" smtClean="0"/>
              <a:pPr/>
              <a:t>11/10/2025</a:t>
            </a:fld>
            <a:endParaRPr lang="en-US" dirty="0"/>
          </a:p>
        </p:txBody>
      </p:sp>
      <p:sp>
        <p:nvSpPr>
          <p:cNvPr id="7" name="Slide Number Placeholder 5">
            <a:extLst>
              <a:ext uri="{FF2B5EF4-FFF2-40B4-BE49-F238E27FC236}">
                <a16:creationId xmlns:a16="http://schemas.microsoft.com/office/drawing/2014/main" id="{AA14588C-2112-9C19-7A4F-9706756316DE}"/>
              </a:ext>
            </a:extLst>
          </p:cNvPr>
          <p:cNvSpPr>
            <a:spLocks noGrp="1"/>
          </p:cNvSpPr>
          <p:nvPr>
            <p:ph type="sldNum" sz="quarter" idx="12"/>
          </p:nvPr>
        </p:nvSpPr>
        <p:spPr>
          <a:xfrm>
            <a:off x="5366019" y="6438900"/>
            <a:ext cx="601436" cy="419100"/>
          </a:xfrm>
        </p:spPr>
        <p:txBody>
          <a:bodyPr/>
          <a:lstStyle/>
          <a:p>
            <a:fld id="{AEAA3239-9EA4-4A65-A281-97F994456D9F}" type="slidenum">
              <a:rPr lang="en-US" smtClean="0"/>
              <a:t>‹#›</a:t>
            </a:fld>
            <a:endParaRPr lang="en-US"/>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6096000" y="2286008"/>
            <a:ext cx="6096000" cy="457199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Tree>
    <p:extLst>
      <p:ext uri="{BB962C8B-B14F-4D97-AF65-F5344CB8AC3E}">
        <p14:creationId xmlns:p14="http://schemas.microsoft.com/office/powerpoint/2010/main" val="32422115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C7A501-810E-43B8-6142-56CF2DD390A0}"/>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11" name="Content Placeholder 7">
            <a:extLst>
              <a:ext uri="{FF2B5EF4-FFF2-40B4-BE49-F238E27FC236}">
                <a16:creationId xmlns:a16="http://schemas.microsoft.com/office/drawing/2014/main" id="{FFBA175C-D562-25E3-032D-477540223664}"/>
              </a:ext>
            </a:extLst>
          </p:cNvPr>
          <p:cNvSpPr>
            <a:spLocks noGrp="1"/>
          </p:cNvSpPr>
          <p:nvPr>
            <p:ph sz="quarter" idx="14"/>
          </p:nvPr>
        </p:nvSpPr>
        <p:spPr>
          <a:xfrm>
            <a:off x="1090940" y="2286008"/>
            <a:ext cx="4876515" cy="403396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5">
            <a:extLst>
              <a:ext uri="{FF2B5EF4-FFF2-40B4-BE49-F238E27FC236}">
                <a16:creationId xmlns:a16="http://schemas.microsoft.com/office/drawing/2014/main" id="{66CA4FE8-A575-44AF-2D37-5A551B6953FD}"/>
              </a:ext>
            </a:extLst>
          </p:cNvPr>
          <p:cNvSpPr>
            <a:spLocks noGrp="1"/>
          </p:cNvSpPr>
          <p:nvPr>
            <p:ph type="pic" sz="quarter" idx="13" hasCustomPrompt="1"/>
          </p:nvPr>
        </p:nvSpPr>
        <p:spPr>
          <a:xfrm>
            <a:off x="6096000" y="2286008"/>
            <a:ext cx="5472260" cy="403396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cxnSp>
        <p:nvCxnSpPr>
          <p:cNvPr id="13" name="Straight Connector 12">
            <a:extLst>
              <a:ext uri="{FF2B5EF4-FFF2-40B4-BE49-F238E27FC236}">
                <a16:creationId xmlns:a16="http://schemas.microsoft.com/office/drawing/2014/main" id="{162FC458-AD46-D16B-DA22-2B3ED9D3A2B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7BA7B643-7883-8028-6ECF-5692E3171384}"/>
              </a:ext>
            </a:extLst>
          </p:cNvPr>
          <p:cNvSpPr>
            <a:spLocks noGrp="1"/>
          </p:cNvSpPr>
          <p:nvPr>
            <p:ph type="dt" sz="half" idx="15"/>
          </p:nvPr>
        </p:nvSpPr>
        <p:spPr/>
        <p:txBody>
          <a:bodyPr/>
          <a:lstStyle/>
          <a:p>
            <a:fld id="{2ABAD28B-DD56-4B56-883A-96608C765E28}" type="datetimeFigureOut">
              <a:rPr lang="en-US" smtClean="0"/>
              <a:pPr/>
              <a:t>11/10/2025</a:t>
            </a:fld>
            <a:endParaRPr lang="en-US" dirty="0"/>
          </a:p>
        </p:txBody>
      </p:sp>
      <p:sp>
        <p:nvSpPr>
          <p:cNvPr id="3" name="Footer Placeholder 2">
            <a:extLst>
              <a:ext uri="{FF2B5EF4-FFF2-40B4-BE49-F238E27FC236}">
                <a16:creationId xmlns:a16="http://schemas.microsoft.com/office/drawing/2014/main" id="{C0881F55-F029-7591-FDF9-168F3C85A65B}"/>
              </a:ext>
            </a:extLst>
          </p:cNvPr>
          <p:cNvSpPr>
            <a:spLocks noGrp="1"/>
          </p:cNvSpPr>
          <p:nvPr>
            <p:ph type="ftr" sz="quarter" idx="16"/>
          </p:nvPr>
        </p:nvSpPr>
        <p:spPr/>
        <p:txBody>
          <a:bodyPr/>
          <a:lstStyle/>
          <a:p>
            <a:endParaRPr lang="en-US" dirty="0"/>
          </a:p>
        </p:txBody>
      </p:sp>
      <p:sp>
        <p:nvSpPr>
          <p:cNvPr id="6" name="Slide Number Placeholder 5">
            <a:extLst>
              <a:ext uri="{FF2B5EF4-FFF2-40B4-BE49-F238E27FC236}">
                <a16:creationId xmlns:a16="http://schemas.microsoft.com/office/drawing/2014/main" id="{2BD88C49-7B47-A791-77EE-3E97DBBC9AC1}"/>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0287247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smtClean="0"/>
              <a:pPr/>
              <a:t>11/10/2025</a:t>
            </a:fld>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42040837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735FAB-6C69-9305-A8CD-D9A2ADB4CBD4}"/>
              </a:ext>
            </a:extLst>
          </p:cNvPr>
          <p:cNvSpPr>
            <a:spLocks noGrp="1"/>
          </p:cNvSpPr>
          <p:nvPr>
            <p:ph type="title"/>
          </p:nvPr>
        </p:nvSpPr>
        <p:spPr>
          <a:xfrm>
            <a:off x="1090940" y="1120990"/>
            <a:ext cx="4194291" cy="1505157"/>
          </a:xfrm>
        </p:spPr>
        <p:txBody>
          <a:bodyPr anchor="t">
            <a:no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0C28B273-3A6A-8E26-2D29-29957F83B5B4}"/>
              </a:ext>
            </a:extLst>
          </p:cNvPr>
          <p:cNvSpPr>
            <a:spLocks noGrp="1"/>
          </p:cNvSpPr>
          <p:nvPr>
            <p:ph type="pic" sz="quarter" idx="15" hasCustomPrompt="1"/>
          </p:nvPr>
        </p:nvSpPr>
        <p:spPr>
          <a:xfrm>
            <a:off x="1181100" y="2840181"/>
            <a:ext cx="4104132"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263ECDE9-389D-5CB3-FE9B-8EFC501599B5}"/>
              </a:ext>
            </a:extLst>
          </p:cNvPr>
          <p:cNvSpPr>
            <a:spLocks noGrp="1"/>
          </p:cNvSpPr>
          <p:nvPr>
            <p:ph sz="quarter" idx="16"/>
          </p:nvPr>
        </p:nvSpPr>
        <p:spPr>
          <a:xfrm>
            <a:off x="5571977" y="1120989"/>
            <a:ext cx="6143988" cy="516551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11/10/2025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13" name="Straight Connector 12">
            <a:extLst>
              <a:ext uri="{FF2B5EF4-FFF2-40B4-BE49-F238E27FC236}">
                <a16:creationId xmlns:a16="http://schemas.microsoft.com/office/drawing/2014/main" id="{756A3193-AC76-4E78-CD10-F173CED7D4E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8189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8">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11/10/2025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5145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11/10/2025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848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Number Large 2">
    <p:bg>
      <p:bgPr>
        <a:solidFill>
          <a:schemeClr val="tx1"/>
        </a:solidFill>
        <a:effectLst/>
      </p:bgPr>
    </p:bg>
    <p:spTree>
      <p:nvGrpSpPr>
        <p:cNvPr id="1" name=""/>
        <p:cNvGrpSpPr/>
        <p:nvPr/>
      </p:nvGrpSpPr>
      <p:grpSpPr>
        <a:xfrm>
          <a:off x="0" y="0"/>
          <a:ext cx="0" cy="0"/>
          <a:chOff x="0" y="0"/>
          <a:chExt cx="0" cy="0"/>
        </a:xfrm>
      </p:grpSpPr>
      <p:sp>
        <p:nvSpPr>
          <p:cNvPr id="8" name="Title 10">
            <a:extLst>
              <a:ext uri="{FF2B5EF4-FFF2-40B4-BE49-F238E27FC236}">
                <a16:creationId xmlns:a16="http://schemas.microsoft.com/office/drawing/2014/main" id="{B6AA5ABE-1DAA-140F-061D-F98431F5FB12}"/>
              </a:ext>
            </a:extLst>
          </p:cNvPr>
          <p:cNvSpPr>
            <a:spLocks noGrp="1"/>
          </p:cNvSpPr>
          <p:nvPr>
            <p:ph type="title"/>
          </p:nvPr>
        </p:nvSpPr>
        <p:spPr>
          <a:xfrm>
            <a:off x="2377440" y="4809744"/>
            <a:ext cx="7525512" cy="1545336"/>
          </a:xfrm>
        </p:spPr>
        <p:txBody>
          <a:bodyPr anchor="t">
            <a:normAutofit/>
          </a:bodyPr>
          <a:lstStyle>
            <a:lvl1pPr algn="ctr">
              <a:defRPr sz="2000" b="0" cap="none" baseline="0">
                <a:solidFill>
                  <a:schemeClr val="bg1"/>
                </a:solidFill>
              </a:defRPr>
            </a:lvl1pPr>
          </a:lstStyle>
          <a:p>
            <a:r>
              <a:rPr lang="en-US"/>
              <a:t>Click to edit Master title style</a:t>
            </a:r>
          </a:p>
        </p:txBody>
      </p:sp>
      <p:sp>
        <p:nvSpPr>
          <p:cNvPr id="7" name="Content Placeholder 9">
            <a:extLst>
              <a:ext uri="{FF2B5EF4-FFF2-40B4-BE49-F238E27FC236}">
                <a16:creationId xmlns:a16="http://schemas.microsoft.com/office/drawing/2014/main" id="{C37BF13F-F73B-BAD2-4508-876DA49EFA61}"/>
              </a:ext>
            </a:extLst>
          </p:cNvPr>
          <p:cNvSpPr>
            <a:spLocks noGrp="1"/>
          </p:cNvSpPr>
          <p:nvPr>
            <p:ph sz="quarter" idx="13" hasCustomPrompt="1"/>
          </p:nvPr>
        </p:nvSpPr>
        <p:spPr>
          <a:xfrm>
            <a:off x="822960" y="603504"/>
            <a:ext cx="10543032" cy="4206240"/>
          </a:xfrm>
        </p:spPr>
        <p:txBody>
          <a:bodyPr anchor="b">
            <a:noAutofit/>
          </a:bodyPr>
          <a:lstStyle>
            <a:lvl1pPr algn="ctr">
              <a:lnSpc>
                <a:spcPct val="85000"/>
              </a:lnSpc>
              <a:defRPr sz="232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C77A7CDD-9512-40CC-9351-FC0DE186CFBD}" type="datetime1">
              <a:rPr lang="en-US" smtClean="0"/>
              <a:pPr/>
              <a:t>11/10/2025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1066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2BF491B-1AFE-7CD8-0B38-954C4D0021E7}"/>
              </a:ext>
            </a:extLst>
          </p:cNvPr>
          <p:cNvSpPr>
            <a:spLocks noGrp="1"/>
          </p:cNvSpPr>
          <p:nvPr>
            <p:ph type="title"/>
          </p:nvPr>
        </p:nvSpPr>
        <p:spPr>
          <a:xfrm>
            <a:off x="1088136" y="4297680"/>
            <a:ext cx="7525512" cy="1545336"/>
          </a:xfrm>
        </p:spPr>
        <p:txBody>
          <a:bodyPr anchor="b">
            <a:normAutofit/>
          </a:bodyPr>
          <a:lstStyle>
            <a:lvl1pPr>
              <a:defRPr sz="2000" b="0" cap="none" baseline="0"/>
            </a:lvl1pPr>
          </a:lstStyle>
          <a:p>
            <a:r>
              <a:rPr lang="en-US"/>
              <a:t>Click to edit Master title style</a:t>
            </a:r>
          </a:p>
        </p:txBody>
      </p:sp>
      <p:sp>
        <p:nvSpPr>
          <p:cNvPr id="8" name="Content Placeholder 9">
            <a:extLst>
              <a:ext uri="{FF2B5EF4-FFF2-40B4-BE49-F238E27FC236}">
                <a16:creationId xmlns:a16="http://schemas.microsoft.com/office/drawing/2014/main" id="{52FCE1AA-B772-B201-9710-EF4E78417EBA}"/>
              </a:ext>
            </a:extLst>
          </p:cNvPr>
          <p:cNvSpPr>
            <a:spLocks noGrp="1"/>
          </p:cNvSpPr>
          <p:nvPr>
            <p:ph sz="quarter" idx="13" hasCustomPrompt="1"/>
          </p:nvPr>
        </p:nvSpPr>
        <p:spPr>
          <a:xfrm>
            <a:off x="1002790" y="417576"/>
            <a:ext cx="10713173" cy="3706364"/>
          </a:xfrm>
        </p:spPr>
        <p:txBody>
          <a:bodyPr anchor="b">
            <a:noAutofit/>
          </a:bodyPr>
          <a:lstStyle>
            <a:lvl1pPr>
              <a:lnSpc>
                <a:spcPct val="85000"/>
              </a:lnSpc>
              <a:defRPr sz="23200" b="1">
                <a:solidFill>
                  <a:schemeClr val="tx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11/10/2025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0" name="Straight Connector 9">
            <a:extLst>
              <a:ext uri="{FF2B5EF4-FFF2-40B4-BE49-F238E27FC236}">
                <a16:creationId xmlns:a16="http://schemas.microsoft.com/office/drawing/2014/main" id="{2612899A-E63A-CD12-F97C-A2FA6094E560}"/>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256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11/10/2025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761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solidFill>
                  <a:schemeClr val="bg1"/>
                </a:solidFill>
              </a:defRPr>
            </a:lvl1pPr>
            <a:lvl2pPr marL="228600" indent="0">
              <a:lnSpc>
                <a:spcPct val="90000"/>
              </a:lnSpc>
              <a:buNone/>
              <a:defRPr sz="6000" b="1">
                <a:solidFill>
                  <a:schemeClr val="bg1"/>
                </a:solidFill>
              </a:defRPr>
            </a:lvl2pPr>
            <a:lvl3pPr marL="457200" indent="0">
              <a:lnSpc>
                <a:spcPct val="90000"/>
              </a:lnSpc>
              <a:buNone/>
              <a:defRPr sz="6000" b="1">
                <a:solidFill>
                  <a:schemeClr val="bg1"/>
                </a:solidFill>
              </a:defRPr>
            </a:lvl3pPr>
            <a:lvl4pPr marL="685800" indent="0">
              <a:lnSpc>
                <a:spcPct val="90000"/>
              </a:lnSpc>
              <a:buNone/>
              <a:defRPr sz="6000" b="1">
                <a:solidFill>
                  <a:schemeClr val="bg1"/>
                </a:solidFill>
              </a:defRPr>
            </a:lvl4pPr>
            <a:lvl5pPr marL="914400" indent="0">
              <a:lnSpc>
                <a:spcPct val="90000"/>
              </a:lnSpc>
              <a:buNone/>
              <a:defRPr sz="6000" b="1">
                <a:solidFill>
                  <a:schemeClr val="bg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507735E4-737B-43D4-B991-92C3D63DE68F}" type="datetime1">
              <a:rPr lang="en-US" smtClean="0"/>
              <a:pPr/>
              <a:t>11/10/2025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08E120EF-96AD-49A8-BA09-D58A87141B9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5991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dirty="0"/>
          </a:p>
        </p:txBody>
      </p:sp>
      <p:sp>
        <p:nvSpPr>
          <p:cNvPr id="6" name="Content Placeholder 6">
            <a:extLst>
              <a:ext uri="{FF2B5EF4-FFF2-40B4-BE49-F238E27FC236}">
                <a16:creationId xmlns:a16="http://schemas.microsoft.com/office/drawing/2014/main" id="{BC837C73-FD1C-6BC3-42AE-E47123E09474}"/>
              </a:ext>
            </a:extLst>
          </p:cNvPr>
          <p:cNvSpPr>
            <a:spLocks noGrp="1"/>
          </p:cNvSpPr>
          <p:nvPr>
            <p:ph sz="quarter" idx="13" hasCustomPrompt="1"/>
          </p:nvPr>
        </p:nvSpPr>
        <p:spPr>
          <a:xfrm>
            <a:off x="1088136" y="962895"/>
            <a:ext cx="9418320" cy="5070068"/>
          </a:xfrm>
        </p:spPr>
        <p:txBody>
          <a:bodyPr anchor="b">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11/10/2025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cxnSp>
        <p:nvCxnSpPr>
          <p:cNvPr id="7" name="Straight Connector 6">
            <a:extLst>
              <a:ext uri="{FF2B5EF4-FFF2-40B4-BE49-F238E27FC236}">
                <a16:creationId xmlns:a16="http://schemas.microsoft.com/office/drawing/2014/main" id="{79C237F4-1671-5EFD-3EAE-BEA28978BBA6}"/>
              </a:ext>
              <a:ext uri="{C183D7F6-B498-43B3-948B-1728B52AA6E4}">
                <adec:decorative xmlns:adec="http://schemas.microsoft.com/office/drawing/2017/decorative" val="1"/>
              </a:ext>
            </a:extLst>
          </p:cNvPr>
          <p:cNvCxnSpPr>
            <a:cxnSpLocks/>
          </p:cNvCxnSpPr>
          <p:nvPr userDrawn="1"/>
        </p:nvCxnSpPr>
        <p:spPr>
          <a:xfrm>
            <a:off x="0"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2139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11/10/2025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4856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1792072-4C91-C8F5-8610-85D14AF776EF}"/>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dirty="0"/>
              <a:t>Quote Author</a:t>
            </a:r>
          </a:p>
        </p:txBody>
      </p:sp>
      <p:sp>
        <p:nvSpPr>
          <p:cNvPr id="9" name="Content Placeholder 9">
            <a:extLst>
              <a:ext uri="{FF2B5EF4-FFF2-40B4-BE49-F238E27FC236}">
                <a16:creationId xmlns:a16="http://schemas.microsoft.com/office/drawing/2014/main" id="{5C136A94-B9AF-C114-ADA5-F7C4F9C6BB46}"/>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11/10/2025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BBBA1285-A10F-FAE9-76E3-2B86ABE5A10E}"/>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1949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bg>
      <p:bgRef idx="1002">
        <a:schemeClr val="bg1"/>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23297E-8165-FAA9-BD47-048A40470A95}"/>
              </a:ext>
            </a:extLst>
          </p:cNvPr>
          <p:cNvSpPr>
            <a:spLocks noGrp="1"/>
          </p:cNvSpPr>
          <p:nvPr>
            <p:ph type="title" hasCustomPrompt="1"/>
          </p:nvPr>
        </p:nvSpPr>
        <p:spPr>
          <a:xfrm>
            <a:off x="1066800" y="5418360"/>
            <a:ext cx="9229888" cy="466345"/>
          </a:xfrm>
        </p:spPr>
        <p:txBody>
          <a:bodyPr anchor="b">
            <a:normAutofit/>
          </a:bodyPr>
          <a:lstStyle>
            <a:lvl1pPr>
              <a:lnSpc>
                <a:spcPct val="100000"/>
              </a:lnSpc>
              <a:defRPr sz="2000" b="0" cap="none" baseline="0"/>
            </a:lvl1pPr>
          </a:lstStyle>
          <a:p>
            <a:r>
              <a:rPr lang="en-US" dirty="0"/>
              <a:t>Quote Author</a:t>
            </a:r>
          </a:p>
        </p:txBody>
      </p:sp>
      <p:sp>
        <p:nvSpPr>
          <p:cNvPr id="8" name="Content Placeholder 9">
            <a:extLst>
              <a:ext uri="{FF2B5EF4-FFF2-40B4-BE49-F238E27FC236}">
                <a16:creationId xmlns:a16="http://schemas.microsoft.com/office/drawing/2014/main" id="{EB06CB5A-8941-99F2-1165-02A2756457AA}"/>
              </a:ext>
            </a:extLst>
          </p:cNvPr>
          <p:cNvSpPr>
            <a:spLocks noGrp="1"/>
          </p:cNvSpPr>
          <p:nvPr>
            <p:ph sz="quarter" idx="13" hasCustomPrompt="1"/>
          </p:nvPr>
        </p:nvSpPr>
        <p:spPr>
          <a:xfrm>
            <a:off x="1097824" y="1041245"/>
            <a:ext cx="9198864" cy="3657600"/>
          </a:xfrm>
        </p:spPr>
        <p:txBody>
          <a:bodyPr>
            <a:normAutofit/>
          </a:bodyPr>
          <a:lstStyle>
            <a:lvl1pPr>
              <a:lnSpc>
                <a:spcPct val="100000"/>
              </a:lnSpc>
              <a:defRPr sz="6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F8418BD-2BA9-41CB-AB89-625779A7563D}" type="datetime1">
              <a:rPr lang="en-US" smtClean="0"/>
              <a:pPr/>
              <a:t>11/10/2025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E632116-9F85-9512-0994-6B728E08093B}"/>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97492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smtClean="0"/>
              <a:t>11/10/2025</a:t>
            </a:fld>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0147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smtClean="0"/>
              <a:t>11/10/2025</a:t>
            </a:fld>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786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dirty="0"/>
              <a:t>Click to edit Master title style</a:t>
            </a:r>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smtClean="0"/>
              <a:t>11/10/2025</a:t>
            </a:fld>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4762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smtClean="0"/>
              <a:t>11/10/2025</a:t>
            </a:fld>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smtClean="0"/>
              <a:t>‹#›</a:t>
            </a:fld>
            <a:endParaRPr lang="en-US" dirty="0"/>
          </a:p>
        </p:txBody>
      </p:sp>
    </p:spTree>
    <p:extLst>
      <p:ext uri="{BB962C8B-B14F-4D97-AF65-F5344CB8AC3E}">
        <p14:creationId xmlns:p14="http://schemas.microsoft.com/office/powerpoint/2010/main" val="16438453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A6BBA35-FE70-186E-0D41-43FF7DB180B5}"/>
              </a:ext>
            </a:extLst>
          </p:cNvPr>
          <p:cNvSpPr>
            <a:spLocks noGrp="1"/>
          </p:cNvSpPr>
          <p:nvPr>
            <p:ph type="title"/>
          </p:nvPr>
        </p:nvSpPr>
        <p:spPr>
          <a:xfrm>
            <a:off x="1090940" y="1114007"/>
            <a:ext cx="3595634" cy="1757505"/>
          </a:xfrm>
        </p:spPr>
        <p:txBody>
          <a:bodyPr anchor="t">
            <a:normAutofit/>
          </a:bodyPr>
          <a:lstStyle>
            <a:lvl1pPr>
              <a:defRPr sz="3600"/>
            </a:lvl1pPr>
          </a:lstStyle>
          <a:p>
            <a:r>
              <a:rPr lang="en-US" dirty="0"/>
              <a:t>Click to edit Master title style</a:t>
            </a:r>
          </a:p>
        </p:txBody>
      </p:sp>
      <p:sp>
        <p:nvSpPr>
          <p:cNvPr id="10" name="Text Placeholder 3">
            <a:extLst>
              <a:ext uri="{FF2B5EF4-FFF2-40B4-BE49-F238E27FC236}">
                <a16:creationId xmlns:a16="http://schemas.microsoft.com/office/drawing/2014/main" id="{866776A3-4932-D86F-96CB-5A080182B290}"/>
              </a:ext>
            </a:extLst>
          </p:cNvPr>
          <p:cNvSpPr>
            <a:spLocks noGrp="1"/>
          </p:cNvSpPr>
          <p:nvPr>
            <p:ph type="body" sz="half" idx="2"/>
          </p:nvPr>
        </p:nvSpPr>
        <p:spPr>
          <a:xfrm>
            <a:off x="1090940" y="3151191"/>
            <a:ext cx="3595634" cy="3124195"/>
          </a:xfrm>
        </p:spPr>
        <p:txBody>
          <a:bodyPr anchor="t">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Content Placeholder 2">
            <a:extLst>
              <a:ext uri="{FF2B5EF4-FFF2-40B4-BE49-F238E27FC236}">
                <a16:creationId xmlns:a16="http://schemas.microsoft.com/office/drawing/2014/main" id="{AF432AC3-A40E-E003-2947-B99A796F9E5A}"/>
              </a:ext>
            </a:extLst>
          </p:cNvPr>
          <p:cNvSpPr>
            <a:spLocks noGrp="1"/>
          </p:cNvSpPr>
          <p:nvPr>
            <p:ph idx="1"/>
          </p:nvPr>
        </p:nvSpPr>
        <p:spPr>
          <a:xfrm>
            <a:off x="5275706" y="1114007"/>
            <a:ext cx="6440258" cy="5161380"/>
          </a:xfrm>
        </p:spPr>
        <p:txBody>
          <a:bodyPr vert="horz" lIns="91440" tIns="45720" rIns="91440" bIns="45720" rtlCol="0">
            <a:normAutofit/>
          </a:bodyPr>
          <a:lstStyle>
            <a:lvl1pPr>
              <a:lnSpc>
                <a:spcPct val="100000"/>
              </a:lnSpc>
              <a:defRPr lang="en-US" dirty="0"/>
            </a:lvl1pPr>
            <a:lvl2pPr>
              <a:lnSpc>
                <a:spcPct val="100000"/>
              </a:lnSpc>
              <a:defRPr lang="en-US" dirty="0"/>
            </a:lvl2pPr>
            <a:lvl3pPr>
              <a:lnSpc>
                <a:spcPct val="100000"/>
              </a:lnSpc>
              <a:defRPr lang="en-US" dirty="0"/>
            </a:lvl3pPr>
            <a:lvl4pPr>
              <a:lnSpc>
                <a:spcPct val="100000"/>
              </a:lnSpc>
              <a:defRPr lang="en-US" dirty="0"/>
            </a:lvl4pPr>
            <a:lvl5pPr>
              <a:lnSpc>
                <a:spcPct val="100000"/>
              </a:lnSpc>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11/10/2025</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29DA9D5E-44AB-AC59-BF1B-0A23217D6ED7}"/>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6157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icture with Cap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7608BFB-2ED8-159F-6A27-89452808DC50}"/>
              </a:ext>
            </a:extLst>
          </p:cNvPr>
          <p:cNvSpPr>
            <a:spLocks noGrp="1"/>
          </p:cNvSpPr>
          <p:nvPr>
            <p:ph type="title"/>
          </p:nvPr>
        </p:nvSpPr>
        <p:spPr>
          <a:xfrm>
            <a:off x="1090940" y="1121098"/>
            <a:ext cx="3595634" cy="1585660"/>
          </a:xfrm>
        </p:spPr>
        <p:txBody>
          <a:bodyPr anchor="t">
            <a:normAutofit/>
          </a:bodyPr>
          <a:lstStyle>
            <a:lvl1pPr>
              <a:defRPr sz="3600"/>
            </a:lvl1pPr>
          </a:lstStyle>
          <a:p>
            <a:r>
              <a:rPr lang="en-US" dirty="0"/>
              <a:t>Click to edit Master title style</a:t>
            </a:r>
          </a:p>
        </p:txBody>
      </p:sp>
      <p:sp>
        <p:nvSpPr>
          <p:cNvPr id="9" name="Text Placeholder 3">
            <a:extLst>
              <a:ext uri="{FF2B5EF4-FFF2-40B4-BE49-F238E27FC236}">
                <a16:creationId xmlns:a16="http://schemas.microsoft.com/office/drawing/2014/main" id="{8CDE9255-016B-D7F7-ECF1-C39D5F73C898}"/>
              </a:ext>
            </a:extLst>
          </p:cNvPr>
          <p:cNvSpPr>
            <a:spLocks noGrp="1"/>
          </p:cNvSpPr>
          <p:nvPr>
            <p:ph type="body" sz="half" idx="2"/>
          </p:nvPr>
        </p:nvSpPr>
        <p:spPr>
          <a:xfrm>
            <a:off x="1090940" y="2812473"/>
            <a:ext cx="3585586" cy="3328922"/>
          </a:xfrm>
        </p:spPr>
        <p:txBody>
          <a:bodyPr anchor="b">
            <a:normAutofit/>
          </a:bodyPr>
          <a:lstStyle>
            <a:lvl1pPr marL="0" indent="0">
              <a:lnSpc>
                <a:spcPct val="100000"/>
              </a:lnSpc>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1917ECD0-1364-5EE8-D8DC-C5D439E04572}"/>
              </a:ext>
            </a:extLst>
          </p:cNvPr>
          <p:cNvSpPr>
            <a:spLocks noGrp="1"/>
          </p:cNvSpPr>
          <p:nvPr>
            <p:ph type="pic" idx="1" hasCustomPrompt="1"/>
          </p:nvPr>
        </p:nvSpPr>
        <p:spPr>
          <a:xfrm>
            <a:off x="5576327" y="1143000"/>
            <a:ext cx="6139637" cy="4998395"/>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11/10/2025</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515600" y="6438900"/>
            <a:ext cx="609600" cy="419100"/>
          </a:xfr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747B791B-0FFC-B470-22DF-BCA62BD9859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6439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1">
              <a:rPr lang="en-US" smtClean="0"/>
              <a:pPr/>
              <a:t>11/10/2025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334043"/>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dirty="0"/>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11/10/2025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10130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clusion 3">
    <p:bg>
      <p:bgRef idx="1001">
        <a:schemeClr val="bg1"/>
      </p:bgRef>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CD39DEB-067C-9D79-3029-F27DEA1D48E1}"/>
              </a:ext>
            </a:extLst>
          </p:cNvPr>
          <p:cNvSpPr>
            <a:spLocks noGrp="1"/>
          </p:cNvSpPr>
          <p:nvPr>
            <p:ph type="title"/>
          </p:nvPr>
        </p:nvSpPr>
        <p:spPr>
          <a:xfrm>
            <a:off x="82296" y="64009"/>
            <a:ext cx="12015216" cy="3364989"/>
          </a:xfrm>
        </p:spPr>
        <p:txBody>
          <a:bodyPr anchor="t" anchorCtr="0">
            <a:noAutofit/>
          </a:bodyPr>
          <a:lstStyle>
            <a:lvl1pPr>
              <a:defRPr sz="8000" cap="all" baseline="0">
                <a:solidFill>
                  <a:schemeClr val="tx1"/>
                </a:solidFill>
              </a:defRPr>
            </a:lvl1pPr>
          </a:lstStyle>
          <a:p>
            <a:r>
              <a:rPr lang="en-US" dirty="0"/>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4647304" y="3673928"/>
            <a:ext cx="6477896" cy="2180771"/>
          </a:xfrm>
        </p:spPr>
        <p:txBody>
          <a:bodyPr anchor="b">
            <a:noAutofit/>
          </a:bodyPr>
          <a:lstStyle>
            <a:lvl1pPr marL="0" indent="0" algn="r">
              <a:lnSpc>
                <a:spcPct val="100000"/>
              </a:lnSpc>
              <a:buNone/>
              <a:defRPr sz="2000">
                <a:solidFill>
                  <a:schemeClr val="tx1"/>
                </a:solidFill>
              </a:defRPr>
            </a:lvl1pPr>
            <a:lvl2pPr marL="228600" indent="0" algn="r">
              <a:lnSpc>
                <a:spcPct val="100000"/>
              </a:lnSpc>
              <a:buNone/>
              <a:defRPr sz="2000">
                <a:solidFill>
                  <a:schemeClr val="tx1"/>
                </a:solidFill>
              </a:defRPr>
            </a:lvl2pPr>
            <a:lvl3pPr marL="457200" indent="0" algn="r">
              <a:lnSpc>
                <a:spcPct val="100000"/>
              </a:lnSpc>
              <a:buNone/>
              <a:defRPr sz="2000">
                <a:solidFill>
                  <a:schemeClr val="tx1"/>
                </a:solidFill>
              </a:defRPr>
            </a:lvl3pPr>
            <a:lvl4pPr marL="685800" indent="0" algn="r">
              <a:lnSpc>
                <a:spcPct val="100000"/>
              </a:lnSpc>
              <a:buNone/>
              <a:defRPr sz="2000">
                <a:solidFill>
                  <a:schemeClr val="tx1"/>
                </a:solidFill>
              </a:defRPr>
            </a:lvl4pPr>
            <a:lvl5pPr marL="914400" indent="0" algn="r">
              <a:lnSpc>
                <a:spcPct val="100000"/>
              </a:lnSpc>
              <a:buNone/>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1">
              <a:rPr lang="en-US" smtClean="0"/>
              <a:pPr/>
              <a:t>11/10/2025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23ED45B0-E181-14EB-63CB-0A76273817B5}"/>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052112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2ABAD28B-DD56-4B56-883A-96608C765E28}" type="datetimeFigureOut">
              <a:rPr lang="en-US" smtClean="0"/>
              <a:pPr/>
              <a:t>11/10/2025</a:t>
            </a:fld>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DF5BAF5-ABAB-4575-8E56-D109A3D17F9F}" type="slidenum">
              <a:rPr lang="en-US" smtClean="0"/>
              <a:pPr/>
              <a:t>‹#›</a:t>
            </a:fld>
            <a:endParaRPr lang="en-US" dirty="0"/>
          </a:p>
        </p:txBody>
      </p:sp>
    </p:spTree>
    <p:extLst>
      <p:ext uri="{BB962C8B-B14F-4D97-AF65-F5344CB8AC3E}">
        <p14:creationId xmlns:p14="http://schemas.microsoft.com/office/powerpoint/2010/main" val="2969869501"/>
      </p:ext>
    </p:extLst>
  </p:cSld>
  <p:clrMap bg1="lt1" tx1="dk1" bg2="lt2" tx2="dk2" accent1="accent1" accent2="accent2" accent3="accent3" accent4="accent4" accent5="accent5" accent6="accent6" hlink="hlink" folHlink="folHlink"/>
  <p:sldLayoutIdLst>
    <p:sldLayoutId id="2147483727" r:id="rId1"/>
    <p:sldLayoutId id="2147483730" r:id="rId2"/>
    <p:sldLayoutId id="2147483726" r:id="rId3"/>
    <p:sldLayoutId id="2147483737" r:id="rId4"/>
    <p:sldLayoutId id="2147483728" r:id="rId5"/>
    <p:sldLayoutId id="2147483729" r:id="rId6"/>
    <p:sldLayoutId id="2147483738" r:id="rId7"/>
    <p:sldLayoutId id="2147483789" r:id="rId8"/>
    <p:sldLayoutId id="2147483818" r:id="rId9"/>
    <p:sldLayoutId id="2147483819" r:id="rId10"/>
    <p:sldLayoutId id="2147483820" r:id="rId11"/>
    <p:sldLayoutId id="2147483731" r:id="rId12"/>
    <p:sldLayoutId id="2147483743" r:id="rId13"/>
    <p:sldLayoutId id="2147483788" r:id="rId14"/>
    <p:sldLayoutId id="2147483792" r:id="rId15"/>
    <p:sldLayoutId id="2147483793" r:id="rId16"/>
    <p:sldLayoutId id="2147483794" r:id="rId17"/>
    <p:sldLayoutId id="2147483795" r:id="rId18"/>
    <p:sldLayoutId id="2147483796" r:id="rId19"/>
    <p:sldLayoutId id="2147483797" r:id="rId20"/>
    <p:sldLayoutId id="2147483816" r:id="rId21"/>
    <p:sldLayoutId id="2147483817" r:id="rId22"/>
    <p:sldLayoutId id="2147483814" r:id="rId23"/>
    <p:sldLayoutId id="2147483815" r:id="rId24"/>
    <p:sldLayoutId id="2147483812" r:id="rId25"/>
    <p:sldLayoutId id="2147483813" r:id="rId26"/>
    <p:sldLayoutId id="2147483811" r:id="rId27"/>
    <p:sldLayoutId id="2147483810" r:id="rId28"/>
    <p:sldLayoutId id="2147483809" r:id="rId29"/>
    <p:sldLayoutId id="2147483808" r:id="rId30"/>
    <p:sldLayoutId id="2147483807" r:id="rId31"/>
    <p:sldLayoutId id="2147483806" r:id="rId32"/>
    <p:sldLayoutId id="2147483805" r:id="rId33"/>
    <p:sldLayoutId id="2147483803" r:id="rId34"/>
    <p:sldLayoutId id="2147483804" r:id="rId35"/>
    <p:sldLayoutId id="2147483802" r:id="rId36"/>
    <p:sldLayoutId id="2147483801" r:id="rId37"/>
    <p:sldLayoutId id="2147483768" r:id="rId38"/>
    <p:sldLayoutId id="2147483769" r:id="rId39"/>
    <p:sldLayoutId id="2147483770" r:id="rId40"/>
    <p:sldLayoutId id="2147483771" r:id="rId41"/>
    <p:sldLayoutId id="2147483774" r:id="rId42"/>
    <p:sldLayoutId id="2147483800" r:id="rId43"/>
    <p:sldLayoutId id="2147483821" r:id="rId44"/>
    <p:sldLayoutId id="2147483775" r:id="rId45"/>
    <p:sldLayoutId id="2147483776" r:id="rId46"/>
    <p:sldLayoutId id="2147483778" r:id="rId47"/>
    <p:sldLayoutId id="2147483798" r:id="rId48"/>
    <p:sldLayoutId id="2147483799" r:id="rId49"/>
    <p:sldLayoutId id="2147483734" r:id="rId50"/>
    <p:sldLayoutId id="2147483782" r:id="rId51"/>
    <p:sldLayoutId id="2147483783" r:id="rId52"/>
    <p:sldLayoutId id="2147483784" r:id="rId53"/>
    <p:sldLayoutId id="2147483785" r:id="rId54"/>
    <p:sldLayoutId id="2147483786" r:id="rId55"/>
    <p:sldLayoutId id="2147483822" r:id="rId56"/>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userDrawn="1">
          <p15:clr>
            <a:srgbClr val="F26B43"/>
          </p15:clr>
        </p15:guide>
        <p15:guide id="8" pos="6936">
          <p15:clr>
            <a:srgbClr val="F26B43"/>
          </p15:clr>
        </p15:guide>
        <p15:guide id="10" orient="horz" pos="720">
          <p15:clr>
            <a:srgbClr val="F26B43"/>
          </p15:clr>
        </p15:guide>
        <p15:guide id="14" pos="6624" userDrawn="1">
          <p15:clr>
            <a:srgbClr val="F26B43"/>
          </p15:clr>
        </p15:guide>
        <p15:guide id="22" orient="horz" pos="360">
          <p15:clr>
            <a:srgbClr val="F26B43"/>
          </p15:clr>
        </p15:guide>
        <p15:guide id="23" orient="horz" pos="3960" userDrawn="1">
          <p15:clr>
            <a:srgbClr val="F26B43"/>
          </p15:clr>
        </p15:guide>
        <p15:guide id="24" orient="horz" pos="2160" userDrawn="1">
          <p15:clr>
            <a:srgbClr val="F26B43"/>
          </p15:clr>
        </p15:guide>
        <p15:guide id="25" pos="7680" userDrawn="1">
          <p15:clr>
            <a:srgbClr val="F26B43"/>
          </p15:clr>
        </p15:guide>
        <p15:guide id="26" pos="3840" userDrawn="1">
          <p15:clr>
            <a:srgbClr val="F26B43"/>
          </p15:clr>
        </p15:guide>
        <p15:guide id="27" pos="6168" userDrawn="1">
          <p15:clr>
            <a:srgbClr val="F26B43"/>
          </p15:clr>
        </p15:guide>
        <p15:guide id="28" pos="672" userDrawn="1">
          <p15:clr>
            <a:srgbClr val="F26B43"/>
          </p15:clr>
        </p15:guide>
        <p15:guide id="29" pos="7008" userDrawn="1">
          <p15:clr>
            <a:srgbClr val="F26B43"/>
          </p15:clr>
        </p15:guide>
        <p15:guide id="30" orient="horz" pos="4056" userDrawn="1">
          <p15:clr>
            <a:srgbClr val="F26B43"/>
          </p15:clr>
        </p15:guide>
        <p15:guide id="31"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09B6-4449-37E0-2CB3-33033E18BE9F}"/>
              </a:ext>
            </a:extLst>
          </p:cNvPr>
          <p:cNvSpPr>
            <a:spLocks noGrp="1"/>
          </p:cNvSpPr>
          <p:nvPr>
            <p:ph type="ctrTitle"/>
          </p:nvPr>
        </p:nvSpPr>
        <p:spPr>
          <a:xfrm>
            <a:off x="1087847" y="3888713"/>
            <a:ext cx="10835639" cy="1160584"/>
          </a:xfrm>
        </p:spPr>
        <p:txBody>
          <a:bodyPr anchor="b">
            <a:normAutofit fontScale="90000"/>
          </a:bodyPr>
          <a:lstStyle/>
          <a:p>
            <a:r>
              <a:rPr lang="en-US" sz="4600" dirty="0"/>
              <a:t>Quezon Renewable Energy Hub Investor Presentation</a:t>
            </a:r>
          </a:p>
        </p:txBody>
      </p:sp>
      <p:sp>
        <p:nvSpPr>
          <p:cNvPr id="3" name="Subtitle 2">
            <a:extLst>
              <a:ext uri="{FF2B5EF4-FFF2-40B4-BE49-F238E27FC236}">
                <a16:creationId xmlns:a16="http://schemas.microsoft.com/office/drawing/2014/main" id="{CB2EF140-F22A-CBD5-AEC4-1619DE2981F8}"/>
              </a:ext>
            </a:extLst>
          </p:cNvPr>
          <p:cNvSpPr>
            <a:spLocks noGrp="1"/>
          </p:cNvSpPr>
          <p:nvPr>
            <p:ph type="subTitle" idx="1"/>
          </p:nvPr>
        </p:nvSpPr>
        <p:spPr>
          <a:xfrm>
            <a:off x="1087847" y="5004079"/>
            <a:ext cx="10835639" cy="1434821"/>
          </a:xfrm>
        </p:spPr>
        <p:txBody>
          <a:bodyPr anchor="b">
            <a:normAutofit fontScale="85000" lnSpcReduction="20000"/>
          </a:bodyPr>
          <a:lstStyle/>
          <a:p>
            <a:pPr>
              <a:lnSpc>
                <a:spcPct val="120000"/>
              </a:lnSpc>
              <a:spcAft>
                <a:spcPts val="600"/>
              </a:spcAft>
            </a:pPr>
            <a:r>
              <a:rPr lang="en-US" sz="1600" dirty="0"/>
              <a:t>Opportunity for sustainable energy investment </a:t>
            </a:r>
            <a:r>
              <a:rPr lang="en-US" sz="1600"/>
              <a:t>in Quezon</a:t>
            </a:r>
          </a:p>
          <a:p>
            <a:pPr>
              <a:lnSpc>
                <a:spcPct val="120000"/>
              </a:lnSpc>
              <a:spcAft>
                <a:spcPts val="600"/>
              </a:spcAft>
            </a:pPr>
            <a:endParaRPr lang="en-US" sz="1600" dirty="0"/>
          </a:p>
          <a:p>
            <a:r>
              <a:rPr lang="en-US" sz="1600" dirty="0"/>
              <a:t>Group 12:	 CEO, Redouane Afilali 		2403366</a:t>
            </a:r>
          </a:p>
          <a:p>
            <a:r>
              <a:rPr lang="en-US" sz="1600" dirty="0"/>
              <a:t>	 VP, Chippy Chandra Pillai 		2403836</a:t>
            </a:r>
          </a:p>
          <a:p>
            <a:r>
              <a:rPr lang="en-US" sz="1600" dirty="0"/>
              <a:t>	 Operation director </a:t>
            </a:r>
            <a:r>
              <a:rPr lang="en-US" sz="1600" dirty="0" err="1"/>
              <a:t>Vishvkumar</a:t>
            </a:r>
            <a:r>
              <a:rPr lang="en-US" sz="1600" dirty="0"/>
              <a:t> Patel	2403261</a:t>
            </a:r>
          </a:p>
        </p:txBody>
      </p:sp>
      <p:pic>
        <p:nvPicPr>
          <p:cNvPr id="4" name="Picture 3" descr="Aerial view of wind and photovoltaic power generation scenes">
            <a:extLst>
              <a:ext uri="{FF2B5EF4-FFF2-40B4-BE49-F238E27FC236}">
                <a16:creationId xmlns:a16="http://schemas.microsoft.com/office/drawing/2014/main" id="{52BA8822-B3DD-4FA4-8B5F-487583C35BA4}"/>
              </a:ext>
            </a:extLst>
          </p:cNvPr>
          <p:cNvPicPr>
            <a:picLocks noChangeAspect="1"/>
          </p:cNvPicPr>
          <p:nvPr/>
        </p:nvPicPr>
        <p:blipFill>
          <a:blip r:embed="rId3"/>
          <a:srcRect t="45100"/>
          <a:stretch>
            <a:fillRect/>
          </a:stretch>
        </p:blipFill>
        <p:spPr>
          <a:xfrm>
            <a:off x="20" y="2"/>
            <a:ext cx="12191979" cy="3848518"/>
          </a:xfrm>
          <a:prstGeom prst="rect">
            <a:avLst/>
          </a:prstGeom>
          <a:noFill/>
        </p:spPr>
      </p:pic>
    </p:spTree>
    <p:extLst>
      <p:ext uri="{BB962C8B-B14F-4D97-AF65-F5344CB8AC3E}">
        <p14:creationId xmlns:p14="http://schemas.microsoft.com/office/powerpoint/2010/main" val="178384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7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1500"/>
                                  </p:stCondLst>
                                  <p:iterate>
                                    <p:tmPct val="10000"/>
                                  </p:iterate>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700"/>
                                        <p:tgtEl>
                                          <p:spTgt spid="3">
                                            <p:txEl>
                                              <p:pRg st="4" end="4"/>
                                            </p:txEl>
                                          </p:spTgt>
                                        </p:tgtEl>
                                      </p:cBhvr>
                                    </p:animEffect>
                                  </p:childTnLst>
                                </p:cTn>
                              </p:par>
                              <p:par>
                                <p:cTn id="26" presetID="10" presetClass="entr" presetSubtype="0" fill="hold" grpId="1" nodeType="withEffect">
                                  <p:stCondLst>
                                    <p:cond delay="250"/>
                                  </p:stCondLst>
                                  <p:iterate>
                                    <p:tmPct val="10000"/>
                                  </p:iterate>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17B10-D939-7D6F-97AF-576149954211}"/>
              </a:ext>
            </a:extLst>
          </p:cNvPr>
          <p:cNvSpPr>
            <a:spLocks noGrp="1"/>
          </p:cNvSpPr>
          <p:nvPr>
            <p:ph type="title"/>
          </p:nvPr>
        </p:nvSpPr>
        <p:spPr>
          <a:xfrm>
            <a:off x="1088136" y="1090244"/>
            <a:ext cx="10037064" cy="5159257"/>
          </a:xfrm>
        </p:spPr>
        <p:txBody>
          <a:bodyPr anchor="t">
            <a:normAutofit/>
          </a:bodyPr>
          <a:lstStyle/>
          <a:p>
            <a:r>
              <a:rPr lang="en-US"/>
              <a:t>Project Overview</a:t>
            </a:r>
          </a:p>
        </p:txBody>
      </p:sp>
    </p:spTree>
    <p:extLst>
      <p:ext uri="{BB962C8B-B14F-4D97-AF65-F5344CB8AC3E}">
        <p14:creationId xmlns:p14="http://schemas.microsoft.com/office/powerpoint/2010/main" val="22201999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E41A6-1056-E85D-F203-4AB5E6AD99F9}"/>
              </a:ext>
            </a:extLst>
          </p:cNvPr>
          <p:cNvSpPr>
            <a:spLocks noGrp="1"/>
          </p:cNvSpPr>
          <p:nvPr>
            <p:ph type="title"/>
          </p:nvPr>
        </p:nvSpPr>
        <p:spPr>
          <a:xfrm>
            <a:off x="7311355" y="1111101"/>
            <a:ext cx="3813845" cy="1493861"/>
          </a:xfrm>
        </p:spPr>
        <p:txBody>
          <a:bodyPr anchor="t">
            <a:normAutofit/>
          </a:bodyPr>
          <a:lstStyle/>
          <a:p>
            <a:r>
              <a:rPr lang="en-US"/>
              <a:t>Project Scope and Objectives</a:t>
            </a:r>
          </a:p>
        </p:txBody>
      </p:sp>
      <p:pic>
        <p:nvPicPr>
          <p:cNvPr id="5" name="Content Placeholder 4" descr="Modern farm green energy, orange tree and solar power plant">
            <a:extLst>
              <a:ext uri="{FF2B5EF4-FFF2-40B4-BE49-F238E27FC236}">
                <a16:creationId xmlns:a16="http://schemas.microsoft.com/office/drawing/2014/main" id="{35AEBA59-3171-48A6-8064-4EEB7F00C013}"/>
              </a:ext>
            </a:extLst>
          </p:cNvPr>
          <p:cNvPicPr>
            <a:picLocks noGrp="1" noChangeAspect="1"/>
          </p:cNvPicPr>
          <p:nvPr>
            <p:ph type="pic" sz="quarter" idx="13"/>
          </p:nvPr>
        </p:nvPicPr>
        <p:blipFill>
          <a:blip r:embed="rId3"/>
          <a:srcRect l="19973" r="11896" b="-1"/>
          <a:stretch>
            <a:fillRect/>
          </a:stretch>
        </p:blipFill>
        <p:spPr>
          <a:xfrm>
            <a:off x="12192" y="10"/>
            <a:ext cx="6999768" cy="6857990"/>
          </a:xfrm>
          <a:prstGeom prst="rect">
            <a:avLst/>
          </a:prstGeom>
          <a:noFill/>
        </p:spPr>
      </p:pic>
      <p:sp>
        <p:nvSpPr>
          <p:cNvPr id="4" name="Content Placeholder 3">
            <a:extLst>
              <a:ext uri="{FF2B5EF4-FFF2-40B4-BE49-F238E27FC236}">
                <a16:creationId xmlns:a16="http://schemas.microsoft.com/office/drawing/2014/main" id="{05176216-26CC-6255-C1BE-3DF8A5F85833}"/>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1355" y="2700671"/>
            <a:ext cx="3813846" cy="3585830"/>
          </a:xfrm>
        </p:spPr>
        <p:txBody>
          <a:bodyPr>
            <a:normAutofit lnSpcReduction="10000"/>
          </a:bodyPr>
          <a:lstStyle/>
          <a:p>
            <a:pPr marL="0" indent="0">
              <a:lnSpc>
                <a:spcPct val="90000"/>
              </a:lnSpc>
              <a:spcBef>
                <a:spcPts val="2500"/>
              </a:spcBef>
              <a:spcAft>
                <a:spcPts val="600"/>
              </a:spcAft>
              <a:buFont typeface="Arial" panose="020B0604020202020204" pitchFamily="34" charset="0"/>
              <a:buNone/>
            </a:pPr>
            <a:r>
              <a:rPr lang="en-US" sz="1400" b="1" dirty="0"/>
              <a:t>Integrated Renewable Systems</a:t>
            </a:r>
          </a:p>
          <a:p>
            <a:pPr marL="0" lvl="1" indent="0">
              <a:lnSpc>
                <a:spcPct val="90000"/>
              </a:lnSpc>
              <a:spcAft>
                <a:spcPts val="600"/>
              </a:spcAft>
              <a:buFont typeface="Arial" panose="020B0604020202020204" pitchFamily="34" charset="0"/>
              <a:buNone/>
            </a:pPr>
            <a:r>
              <a:rPr lang="en-US" sz="1400" dirty="0"/>
              <a:t>The project combines solar photovoltaic(150 MW), wind turbines(80 MW), and energy storage(20MW) to supply clean power to the Luzon grid.</a:t>
            </a:r>
          </a:p>
          <a:p>
            <a:pPr marL="0" indent="0">
              <a:lnSpc>
                <a:spcPct val="90000"/>
              </a:lnSpc>
              <a:spcBef>
                <a:spcPts val="2500"/>
              </a:spcBef>
              <a:spcAft>
                <a:spcPts val="600"/>
              </a:spcAft>
              <a:buFont typeface="Arial" panose="020B0604020202020204" pitchFamily="34" charset="0"/>
              <a:buNone/>
            </a:pPr>
            <a:r>
              <a:rPr lang="en-US" sz="1400" b="1" dirty="0"/>
              <a:t>Goals and Objectives</a:t>
            </a:r>
          </a:p>
          <a:p>
            <a:pPr marL="0" lvl="1" indent="0">
              <a:lnSpc>
                <a:spcPct val="90000"/>
              </a:lnSpc>
              <a:spcAft>
                <a:spcPts val="600"/>
              </a:spcAft>
              <a:buFont typeface="Arial" panose="020B0604020202020204" pitchFamily="34" charset="0"/>
              <a:buNone/>
            </a:pPr>
            <a:r>
              <a:rPr lang="en-US" sz="1400" dirty="0"/>
              <a:t>Aims to accelerate renewable energy adoption, reduce emissions, and improve energy security in Southeast Asia.</a:t>
            </a:r>
          </a:p>
          <a:p>
            <a:pPr marL="0" indent="0">
              <a:lnSpc>
                <a:spcPct val="90000"/>
              </a:lnSpc>
              <a:spcBef>
                <a:spcPts val="2500"/>
              </a:spcBef>
              <a:spcAft>
                <a:spcPts val="600"/>
              </a:spcAft>
              <a:buFont typeface="Arial" panose="020B0604020202020204" pitchFamily="34" charset="0"/>
              <a:buNone/>
            </a:pPr>
            <a:r>
              <a:rPr lang="en-US" sz="1400" b="1" dirty="0"/>
              <a:t>Investment and Impact</a:t>
            </a:r>
          </a:p>
          <a:p>
            <a:pPr marL="0" lvl="1" indent="0">
              <a:lnSpc>
                <a:spcPct val="90000"/>
              </a:lnSpc>
              <a:spcAft>
                <a:spcPts val="600"/>
              </a:spcAft>
              <a:buFont typeface="Arial" panose="020B0604020202020204" pitchFamily="34" charset="0"/>
              <a:buNone/>
            </a:pPr>
            <a:r>
              <a:rPr lang="en-US" sz="1400" dirty="0"/>
              <a:t>With $280 million invested, the hub targets sustainable returns and supports the Philippines' climate and energy strategies.</a:t>
            </a:r>
          </a:p>
        </p:txBody>
      </p:sp>
    </p:spTree>
    <p:extLst>
      <p:ext uri="{BB962C8B-B14F-4D97-AF65-F5344CB8AC3E}">
        <p14:creationId xmlns:p14="http://schemas.microsoft.com/office/powerpoint/2010/main" val="814381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46EC2-C6BD-A3DD-C004-58CD07F1C416}"/>
              </a:ext>
            </a:extLst>
          </p:cNvPr>
          <p:cNvSpPr>
            <a:spLocks noGrp="1"/>
          </p:cNvSpPr>
          <p:nvPr>
            <p:ph type="title"/>
          </p:nvPr>
        </p:nvSpPr>
        <p:spPr>
          <a:xfrm>
            <a:off x="1088136" y="1090244"/>
            <a:ext cx="10037064" cy="5159257"/>
          </a:xfrm>
        </p:spPr>
        <p:txBody>
          <a:bodyPr anchor="t">
            <a:normAutofit/>
          </a:bodyPr>
          <a:lstStyle/>
          <a:p>
            <a:r>
              <a:rPr lang="en-US"/>
              <a:t>Market Opportunity</a:t>
            </a:r>
          </a:p>
        </p:txBody>
      </p:sp>
    </p:spTree>
    <p:extLst>
      <p:ext uri="{BB962C8B-B14F-4D97-AF65-F5344CB8AC3E}">
        <p14:creationId xmlns:p14="http://schemas.microsoft.com/office/powerpoint/2010/main" val="8947121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078A2-4E08-622F-0821-170AF4A61556}"/>
              </a:ext>
            </a:extLst>
          </p:cNvPr>
          <p:cNvSpPr>
            <a:spLocks noGrp="1"/>
          </p:cNvSpPr>
          <p:nvPr>
            <p:ph type="title"/>
          </p:nvPr>
        </p:nvSpPr>
        <p:spPr>
          <a:xfrm>
            <a:off x="1093394" y="1112104"/>
            <a:ext cx="7343564" cy="932688"/>
          </a:xfrm>
        </p:spPr>
        <p:txBody>
          <a:bodyPr anchor="t">
            <a:normAutofit/>
          </a:bodyPr>
          <a:lstStyle/>
          <a:p>
            <a:r>
              <a:rPr lang="en-US" sz="3100"/>
              <a:t>Renewable Energy Demand and Incentives</a:t>
            </a:r>
          </a:p>
        </p:txBody>
      </p:sp>
      <p:sp>
        <p:nvSpPr>
          <p:cNvPr id="4" name="Content Placeholder 3">
            <a:extLst>
              <a:ext uri="{FF2B5EF4-FFF2-40B4-BE49-F238E27FC236}">
                <a16:creationId xmlns:a16="http://schemas.microsoft.com/office/drawing/2014/main" id="{F4EF0E77-59E2-AF54-350A-24B736B7A00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93393" y="2187258"/>
            <a:ext cx="7343565" cy="4099242"/>
          </a:xfr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dirty="0"/>
              <a:t>Rising Renewable Energy Demand</a:t>
            </a:r>
          </a:p>
          <a:p>
            <a:pPr marL="0" lvl="1" indent="0">
              <a:lnSpc>
                <a:spcPct val="90000"/>
              </a:lnSpc>
              <a:spcAft>
                <a:spcPts val="600"/>
              </a:spcAft>
              <a:buFont typeface="Arial" panose="020B0604020202020204" pitchFamily="34" charset="0"/>
              <a:buNone/>
            </a:pPr>
            <a:r>
              <a:rPr lang="en-US" sz="1400" dirty="0"/>
              <a:t>Population growth and urbanization in Southeast Asia drive increasing demand for renewable energy solutions.</a:t>
            </a:r>
          </a:p>
          <a:p>
            <a:pPr marL="0" indent="0">
              <a:lnSpc>
                <a:spcPct val="90000"/>
              </a:lnSpc>
              <a:spcBef>
                <a:spcPts val="2500"/>
              </a:spcBef>
              <a:spcAft>
                <a:spcPts val="600"/>
              </a:spcAft>
              <a:buFont typeface="Arial" panose="020B0604020202020204" pitchFamily="34" charset="0"/>
              <a:buNone/>
            </a:pPr>
            <a:r>
              <a:rPr lang="en-US" sz="1400" b="1" dirty="0"/>
              <a:t>Government Incentives in Philippines</a:t>
            </a:r>
          </a:p>
          <a:p>
            <a:pPr marL="0" lvl="1" indent="0">
              <a:lnSpc>
                <a:spcPct val="90000"/>
              </a:lnSpc>
              <a:spcAft>
                <a:spcPts val="600"/>
              </a:spcAft>
              <a:buFont typeface="Arial" panose="020B0604020202020204" pitchFamily="34" charset="0"/>
              <a:buNone/>
            </a:pPr>
            <a:r>
              <a:rPr lang="en-US" sz="1400" dirty="0"/>
              <a:t>The Philippines offers tax holidays, feed-in tariffs, and carbon credit eligibility to promote clean energy projects.</a:t>
            </a:r>
          </a:p>
          <a:p>
            <a:pPr marL="0" indent="0">
              <a:lnSpc>
                <a:spcPct val="90000"/>
              </a:lnSpc>
              <a:spcBef>
                <a:spcPts val="2500"/>
              </a:spcBef>
              <a:spcAft>
                <a:spcPts val="600"/>
              </a:spcAft>
              <a:buFont typeface="Arial" panose="020B0604020202020204" pitchFamily="34" charset="0"/>
              <a:buNone/>
            </a:pPr>
            <a:r>
              <a:rPr lang="en-US" sz="1400" b="1" dirty="0"/>
              <a:t>Renewable Potential in Quezon Province</a:t>
            </a:r>
          </a:p>
          <a:p>
            <a:pPr marL="0" lvl="1" indent="0">
              <a:lnSpc>
                <a:spcPct val="90000"/>
              </a:lnSpc>
              <a:spcAft>
                <a:spcPts val="600"/>
              </a:spcAft>
              <a:buFont typeface="Arial" panose="020B0604020202020204" pitchFamily="34" charset="0"/>
              <a:buNone/>
            </a:pPr>
            <a:r>
              <a:rPr lang="en-US" sz="1400" dirty="0"/>
              <a:t>High solar irradiance</a:t>
            </a:r>
            <a:r>
              <a:rPr lang="en-GB" sz="1400" dirty="0"/>
              <a:t>(~4.8 kWh/m²/day) </a:t>
            </a:r>
            <a:r>
              <a:rPr lang="en-US" sz="1400" dirty="0"/>
              <a:t> and coastal winds(avg 6.2m/s) make Quezon Province ideal for renewable energy development.</a:t>
            </a:r>
          </a:p>
          <a:p>
            <a:pPr marL="0" indent="0">
              <a:lnSpc>
                <a:spcPct val="90000"/>
              </a:lnSpc>
              <a:spcBef>
                <a:spcPts val="2500"/>
              </a:spcBef>
              <a:spcAft>
                <a:spcPts val="600"/>
              </a:spcAft>
              <a:buFont typeface="Arial" panose="020B0604020202020204" pitchFamily="34" charset="0"/>
              <a:buNone/>
            </a:pPr>
            <a:r>
              <a:rPr lang="en-US" sz="1400" b="1" dirty="0"/>
              <a:t>Alignment with Sustainability Policies</a:t>
            </a:r>
          </a:p>
          <a:p>
            <a:pPr marL="0" lvl="1" indent="0">
              <a:lnSpc>
                <a:spcPct val="90000"/>
              </a:lnSpc>
              <a:spcAft>
                <a:spcPts val="600"/>
              </a:spcAft>
              <a:buFont typeface="Arial" panose="020B0604020202020204" pitchFamily="34" charset="0"/>
              <a:buNone/>
            </a:pPr>
            <a:r>
              <a:rPr lang="en-US" sz="1400" dirty="0"/>
              <a:t>Projects align with national energy policies and international sustainability frameworks for long-term growth.</a:t>
            </a:r>
          </a:p>
        </p:txBody>
      </p:sp>
      <p:pic>
        <p:nvPicPr>
          <p:cNvPr id="5" name="Content Placeholder 4" descr="Concept of Solar Panel and Wind Turbine at the road to City.">
            <a:extLst>
              <a:ext uri="{FF2B5EF4-FFF2-40B4-BE49-F238E27FC236}">
                <a16:creationId xmlns:a16="http://schemas.microsoft.com/office/drawing/2014/main" id="{68016505-E429-4A47-B6B8-90D1CF0F80EE}"/>
              </a:ext>
            </a:extLst>
          </p:cNvPr>
          <p:cNvPicPr>
            <a:picLocks noGrp="1" noChangeAspect="1"/>
          </p:cNvPicPr>
          <p:nvPr>
            <p:ph type="pic" sz="quarter" idx="13"/>
          </p:nvPr>
        </p:nvPicPr>
        <p:blipFill>
          <a:blip r:embed="rId3"/>
          <a:srcRect l="25410" r="37181"/>
          <a:stretch>
            <a:fillRect/>
          </a:stretch>
        </p:blipFill>
        <p:spPr>
          <a:xfrm>
            <a:off x="8665559" y="10"/>
            <a:ext cx="3526439" cy="6857990"/>
          </a:xfrm>
          <a:prstGeom prst="rect">
            <a:avLst/>
          </a:prstGeom>
          <a:noFill/>
        </p:spPr>
      </p:pic>
    </p:spTree>
    <p:extLst>
      <p:ext uri="{BB962C8B-B14F-4D97-AF65-F5344CB8AC3E}">
        <p14:creationId xmlns:p14="http://schemas.microsoft.com/office/powerpoint/2010/main" val="6830362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69CF4-9C74-1EEC-ED3C-B536BF433F91}"/>
              </a:ext>
            </a:extLst>
          </p:cNvPr>
          <p:cNvSpPr>
            <a:spLocks noGrp="1"/>
          </p:cNvSpPr>
          <p:nvPr>
            <p:ph type="title"/>
          </p:nvPr>
        </p:nvSpPr>
        <p:spPr>
          <a:xfrm>
            <a:off x="1088136" y="1090244"/>
            <a:ext cx="10037064" cy="5159257"/>
          </a:xfrm>
        </p:spPr>
        <p:txBody>
          <a:bodyPr anchor="t">
            <a:normAutofit/>
          </a:bodyPr>
          <a:lstStyle/>
          <a:p>
            <a:r>
              <a:rPr lang="en-US"/>
              <a:t>Financial Highlights</a:t>
            </a:r>
          </a:p>
        </p:txBody>
      </p:sp>
    </p:spTree>
    <p:extLst>
      <p:ext uri="{BB962C8B-B14F-4D97-AF65-F5344CB8AC3E}">
        <p14:creationId xmlns:p14="http://schemas.microsoft.com/office/powerpoint/2010/main" val="1054416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E126-9BF2-489D-2BF9-69C59848DEEB}"/>
              </a:ext>
            </a:extLst>
          </p:cNvPr>
          <p:cNvSpPr>
            <a:spLocks noGrp="1"/>
          </p:cNvSpPr>
          <p:nvPr>
            <p:ph type="title"/>
          </p:nvPr>
        </p:nvSpPr>
        <p:spPr>
          <a:xfrm>
            <a:off x="1093394" y="1112104"/>
            <a:ext cx="7343564" cy="932688"/>
          </a:xfrm>
        </p:spPr>
        <p:txBody>
          <a:bodyPr anchor="t">
            <a:normAutofit/>
          </a:bodyPr>
          <a:lstStyle/>
          <a:p>
            <a:r>
              <a:rPr lang="en-US"/>
              <a:t>Key Financial Metrics</a:t>
            </a:r>
          </a:p>
        </p:txBody>
      </p:sp>
      <p:sp>
        <p:nvSpPr>
          <p:cNvPr id="4" name="Content Placeholder 3">
            <a:extLst>
              <a:ext uri="{FF2B5EF4-FFF2-40B4-BE49-F238E27FC236}">
                <a16:creationId xmlns:a16="http://schemas.microsoft.com/office/drawing/2014/main" id="{E2311854-E2D9-61CA-0895-7058C0B8BC5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93393" y="2187258"/>
            <a:ext cx="7343565" cy="4099242"/>
          </a:xfr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dirty="0"/>
              <a:t>Investment Returns</a:t>
            </a:r>
          </a:p>
          <a:p>
            <a:pPr marL="0" lvl="1" indent="0">
              <a:lnSpc>
                <a:spcPct val="90000"/>
              </a:lnSpc>
              <a:spcAft>
                <a:spcPts val="600"/>
              </a:spcAft>
              <a:buFont typeface="Arial" panose="020B0604020202020204" pitchFamily="34" charset="0"/>
              <a:buNone/>
            </a:pPr>
            <a:r>
              <a:rPr lang="en-US" sz="1400" dirty="0"/>
              <a:t>The project shows a strong Internal Rate of Return of 12% and a Net Present Value of $45 million.</a:t>
            </a:r>
          </a:p>
          <a:p>
            <a:pPr marL="0" indent="0">
              <a:lnSpc>
                <a:spcPct val="90000"/>
              </a:lnSpc>
              <a:spcBef>
                <a:spcPts val="2500"/>
              </a:spcBef>
              <a:spcAft>
                <a:spcPts val="600"/>
              </a:spcAft>
              <a:buFont typeface="Arial" panose="020B0604020202020204" pitchFamily="34" charset="0"/>
              <a:buNone/>
            </a:pPr>
            <a:r>
              <a:rPr lang="en-US" sz="1400" b="1" dirty="0"/>
              <a:t>Project Profitability</a:t>
            </a:r>
          </a:p>
          <a:p>
            <a:r>
              <a:rPr lang="en-GB" sz="1400" dirty="0"/>
              <a:t>Equity IRR of 12.5% indicating solid profitability for investors.</a:t>
            </a:r>
          </a:p>
          <a:p>
            <a:br>
              <a:rPr lang="en-GB" dirty="0"/>
            </a:br>
            <a:r>
              <a:rPr lang="en-US" sz="1400" b="1" dirty="0"/>
              <a:t>Financial Resilience</a:t>
            </a:r>
          </a:p>
          <a:p>
            <a:r>
              <a:rPr lang="en-GB" sz="1400" dirty="0"/>
              <a:t>Debt coverage ratios such as ADSCR averaging 1.45x and LLCR of 1.6x reflect financial stability.</a:t>
            </a:r>
          </a:p>
          <a:p>
            <a:br>
              <a:rPr lang="en-GB" dirty="0"/>
            </a:br>
            <a:r>
              <a:rPr lang="en-US" sz="1400" b="1" dirty="0"/>
              <a:t>Value Creation</a:t>
            </a:r>
          </a:p>
          <a:p>
            <a:pPr marL="0" lvl="1" indent="0">
              <a:lnSpc>
                <a:spcPct val="90000"/>
              </a:lnSpc>
              <a:spcAft>
                <a:spcPts val="600"/>
              </a:spcAft>
              <a:buFont typeface="Arial" panose="020B0604020202020204" pitchFamily="34" charset="0"/>
              <a:buNone/>
            </a:pPr>
            <a:r>
              <a:rPr lang="en-GB" sz="1400" dirty="0"/>
              <a:t>Project Payback Period of 9-11 years shows reasonable return timeline for infrastructure investment.</a:t>
            </a:r>
            <a:endParaRPr lang="en-US" sz="1400" dirty="0"/>
          </a:p>
        </p:txBody>
      </p:sp>
      <p:pic>
        <p:nvPicPr>
          <p:cNvPr id="5" name="Content Placeholder 4" descr="Airplanes Flying as Graph Image">
            <a:extLst>
              <a:ext uri="{FF2B5EF4-FFF2-40B4-BE49-F238E27FC236}">
                <a16:creationId xmlns:a16="http://schemas.microsoft.com/office/drawing/2014/main" id="{828761E6-C591-4023-88ED-1DEC96102CC2}"/>
              </a:ext>
            </a:extLst>
          </p:cNvPr>
          <p:cNvPicPr>
            <a:picLocks noGrp="1" noChangeAspect="1"/>
          </p:cNvPicPr>
          <p:nvPr>
            <p:ph type="pic" sz="quarter" idx="13"/>
          </p:nvPr>
        </p:nvPicPr>
        <p:blipFill>
          <a:blip r:embed="rId3"/>
          <a:srcRect l="21733" r="41371" b="-2"/>
          <a:stretch>
            <a:fillRect/>
          </a:stretch>
        </p:blipFill>
        <p:spPr>
          <a:xfrm>
            <a:off x="8665559" y="10"/>
            <a:ext cx="3526439" cy="6857990"/>
          </a:xfrm>
          <a:prstGeom prst="rect">
            <a:avLst/>
          </a:prstGeom>
          <a:noFill/>
        </p:spPr>
      </p:pic>
    </p:spTree>
    <p:extLst>
      <p:ext uri="{BB962C8B-B14F-4D97-AF65-F5344CB8AC3E}">
        <p14:creationId xmlns:p14="http://schemas.microsoft.com/office/powerpoint/2010/main" val="1167375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12F39-64FA-A51D-9FB4-D8E3730BF11F}"/>
              </a:ext>
            </a:extLst>
          </p:cNvPr>
          <p:cNvSpPr>
            <a:spLocks noGrp="1"/>
          </p:cNvSpPr>
          <p:nvPr>
            <p:ph type="title"/>
          </p:nvPr>
        </p:nvSpPr>
        <p:spPr>
          <a:xfrm>
            <a:off x="1088136" y="1090244"/>
            <a:ext cx="10037064" cy="5159257"/>
          </a:xfrm>
        </p:spPr>
        <p:txBody>
          <a:bodyPr anchor="t">
            <a:normAutofit/>
          </a:bodyPr>
          <a:lstStyle/>
          <a:p>
            <a:r>
              <a:rPr lang="en-US"/>
              <a:t>Risk Mitigation Strategies</a:t>
            </a:r>
          </a:p>
        </p:txBody>
      </p:sp>
    </p:spTree>
    <p:extLst>
      <p:ext uri="{BB962C8B-B14F-4D97-AF65-F5344CB8AC3E}">
        <p14:creationId xmlns:p14="http://schemas.microsoft.com/office/powerpoint/2010/main" val="1025919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B1C2-8C26-2060-42DE-5680460D703D}"/>
              </a:ext>
            </a:extLst>
          </p:cNvPr>
          <p:cNvSpPr>
            <a:spLocks noGrp="1"/>
          </p:cNvSpPr>
          <p:nvPr>
            <p:ph type="title"/>
          </p:nvPr>
        </p:nvSpPr>
        <p:spPr>
          <a:xfrm>
            <a:off x="1093394" y="1112104"/>
            <a:ext cx="7343564" cy="932688"/>
          </a:xfrm>
        </p:spPr>
        <p:txBody>
          <a:bodyPr anchor="t">
            <a:normAutofit/>
          </a:bodyPr>
          <a:lstStyle/>
          <a:p>
            <a:r>
              <a:rPr lang="en-US" sz="3100"/>
              <a:t>Comprehensive Risk Management</a:t>
            </a:r>
          </a:p>
        </p:txBody>
      </p:sp>
      <p:sp>
        <p:nvSpPr>
          <p:cNvPr id="4" name="Content Placeholder 3">
            <a:extLst>
              <a:ext uri="{FF2B5EF4-FFF2-40B4-BE49-F238E27FC236}">
                <a16:creationId xmlns:a16="http://schemas.microsoft.com/office/drawing/2014/main" id="{BFBAA6E7-7014-2A11-824C-7A4FFC12789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93393" y="2187258"/>
            <a:ext cx="7343565" cy="4099242"/>
          </a:xfr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dirty="0"/>
              <a:t>Financial Risk Mitigation</a:t>
            </a:r>
          </a:p>
          <a:p>
            <a:pPr marL="0" lvl="1" indent="0">
              <a:lnSpc>
                <a:spcPct val="90000"/>
              </a:lnSpc>
              <a:spcAft>
                <a:spcPts val="600"/>
              </a:spcAft>
              <a:buFont typeface="Arial" panose="020B0604020202020204" pitchFamily="34" charset="0"/>
              <a:buNone/>
            </a:pPr>
            <a:r>
              <a:rPr lang="en-US" sz="1400" dirty="0"/>
              <a:t>Cost overruns are managed with 15% contingency reserves and fixed-price contracts to control project expenses effectively.</a:t>
            </a:r>
          </a:p>
          <a:p>
            <a:pPr marL="0" indent="0">
              <a:lnSpc>
                <a:spcPct val="90000"/>
              </a:lnSpc>
              <a:spcBef>
                <a:spcPts val="2500"/>
              </a:spcBef>
              <a:spcAft>
                <a:spcPts val="600"/>
              </a:spcAft>
              <a:buFont typeface="Arial" panose="020B0604020202020204" pitchFamily="34" charset="0"/>
              <a:buNone/>
            </a:pPr>
            <a:r>
              <a:rPr lang="en-US" sz="1400" b="1" dirty="0"/>
              <a:t>Financing and Currency Risks</a:t>
            </a:r>
          </a:p>
          <a:p>
            <a:pPr marL="0" lvl="1" indent="0">
              <a:lnSpc>
                <a:spcPct val="90000"/>
              </a:lnSpc>
              <a:spcAft>
                <a:spcPts val="600"/>
              </a:spcAft>
              <a:buFont typeface="Arial" panose="020B0604020202020204" pitchFamily="34" charset="0"/>
              <a:buNone/>
            </a:pPr>
            <a:r>
              <a:rPr lang="en-US" sz="1400" dirty="0"/>
              <a:t>Financing risks are reduced using green bonds and early lender commitments; currency exposure is managed by hedging and local currency debt.</a:t>
            </a:r>
          </a:p>
          <a:p>
            <a:pPr marL="0" indent="0">
              <a:lnSpc>
                <a:spcPct val="90000"/>
              </a:lnSpc>
              <a:spcBef>
                <a:spcPts val="2500"/>
              </a:spcBef>
              <a:spcAft>
                <a:spcPts val="600"/>
              </a:spcAft>
              <a:buFont typeface="Arial" panose="020B0604020202020204" pitchFamily="34" charset="0"/>
              <a:buNone/>
            </a:pPr>
            <a:r>
              <a:rPr lang="en-US" sz="1400" b="1" dirty="0"/>
              <a:t>Regulatory and Operational Risk</a:t>
            </a:r>
          </a:p>
          <a:p>
            <a:pPr marL="0" lvl="1" indent="0">
              <a:lnSpc>
                <a:spcPct val="90000"/>
              </a:lnSpc>
              <a:spcAft>
                <a:spcPts val="600"/>
              </a:spcAft>
              <a:buFont typeface="Arial" panose="020B0604020202020204" pitchFamily="34" charset="0"/>
              <a:buNone/>
            </a:pPr>
            <a:r>
              <a:rPr lang="en-US" sz="1400" dirty="0"/>
              <a:t>Active policy engagement addresses regulatory risks, while operational risks are minimized through proven technology and O&amp;M contracts.</a:t>
            </a:r>
          </a:p>
          <a:p>
            <a:pPr marL="0" indent="0">
              <a:lnSpc>
                <a:spcPct val="90000"/>
              </a:lnSpc>
              <a:spcBef>
                <a:spcPts val="2500"/>
              </a:spcBef>
              <a:spcAft>
                <a:spcPts val="600"/>
              </a:spcAft>
              <a:buFont typeface="Arial" panose="020B0604020202020204" pitchFamily="34" charset="0"/>
              <a:buNone/>
            </a:pPr>
            <a:r>
              <a:rPr lang="en-US" sz="1400" b="1" dirty="0"/>
              <a:t>ESG Risk Management</a:t>
            </a:r>
          </a:p>
          <a:p>
            <a:pPr marL="0" lvl="1" indent="0">
              <a:lnSpc>
                <a:spcPct val="90000"/>
              </a:lnSpc>
              <a:spcAft>
                <a:spcPts val="600"/>
              </a:spcAft>
              <a:buFont typeface="Arial" panose="020B0604020202020204" pitchFamily="34" charset="0"/>
              <a:buNone/>
            </a:pPr>
            <a:r>
              <a:rPr lang="en-US" sz="1400" dirty="0"/>
              <a:t>ESG risks are mitigated by transparent reporting and engaging local communities to ensure sustainable project development.</a:t>
            </a:r>
          </a:p>
        </p:txBody>
      </p:sp>
      <p:pic>
        <p:nvPicPr>
          <p:cNvPr id="5" name="Content Placeholder 4" descr="Laptop and chart on desk">
            <a:extLst>
              <a:ext uri="{FF2B5EF4-FFF2-40B4-BE49-F238E27FC236}">
                <a16:creationId xmlns:a16="http://schemas.microsoft.com/office/drawing/2014/main" id="{34A32DBB-EC2C-4E44-A15E-284BBC7C63EA}"/>
              </a:ext>
            </a:extLst>
          </p:cNvPr>
          <p:cNvPicPr>
            <a:picLocks noGrp="1" noChangeAspect="1"/>
          </p:cNvPicPr>
          <p:nvPr>
            <p:ph type="pic" sz="quarter" idx="13"/>
          </p:nvPr>
        </p:nvPicPr>
        <p:blipFill>
          <a:blip r:embed="rId3"/>
          <a:srcRect l="34865" r="30811" b="-1"/>
          <a:stretch>
            <a:fillRect/>
          </a:stretch>
        </p:blipFill>
        <p:spPr>
          <a:xfrm>
            <a:off x="8665559" y="10"/>
            <a:ext cx="3526439" cy="6857990"/>
          </a:xfrm>
          <a:prstGeom prst="rect">
            <a:avLst/>
          </a:prstGeom>
          <a:noFill/>
        </p:spPr>
      </p:pic>
    </p:spTree>
    <p:extLst>
      <p:ext uri="{BB962C8B-B14F-4D97-AF65-F5344CB8AC3E}">
        <p14:creationId xmlns:p14="http://schemas.microsoft.com/office/powerpoint/2010/main" val="1247295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445B6-EBAA-0ADA-850A-1A496DA58586}"/>
              </a:ext>
            </a:extLst>
          </p:cNvPr>
          <p:cNvSpPr>
            <a:spLocks noGrp="1"/>
          </p:cNvSpPr>
          <p:nvPr>
            <p:ph type="title"/>
          </p:nvPr>
        </p:nvSpPr>
        <p:spPr>
          <a:xfrm>
            <a:off x="1088136" y="1090244"/>
            <a:ext cx="10037064" cy="5159257"/>
          </a:xfrm>
        </p:spPr>
        <p:txBody>
          <a:bodyPr anchor="t">
            <a:normAutofit/>
          </a:bodyPr>
          <a:lstStyle/>
          <a:p>
            <a:r>
              <a:rPr lang="en-US"/>
              <a:t>ESG Commitments</a:t>
            </a:r>
          </a:p>
        </p:txBody>
      </p:sp>
    </p:spTree>
    <p:extLst>
      <p:ext uri="{BB962C8B-B14F-4D97-AF65-F5344CB8AC3E}">
        <p14:creationId xmlns:p14="http://schemas.microsoft.com/office/powerpoint/2010/main" val="17293947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42145-8F6B-9E38-4865-02FF96C9B8DB}"/>
              </a:ext>
            </a:extLst>
          </p:cNvPr>
          <p:cNvSpPr>
            <a:spLocks noGrp="1"/>
          </p:cNvSpPr>
          <p:nvPr>
            <p:ph type="title"/>
          </p:nvPr>
        </p:nvSpPr>
        <p:spPr>
          <a:xfrm>
            <a:off x="6386751" y="1115736"/>
            <a:ext cx="4738450" cy="1283986"/>
          </a:xfrm>
        </p:spPr>
        <p:txBody>
          <a:bodyPr anchor="t">
            <a:normAutofit/>
          </a:bodyPr>
          <a:lstStyle/>
          <a:p>
            <a:r>
              <a:rPr lang="en-US" sz="2800"/>
              <a:t>Environmental, Social, and Governance Goals</a:t>
            </a:r>
          </a:p>
        </p:txBody>
      </p:sp>
      <p:pic>
        <p:nvPicPr>
          <p:cNvPr id="5" name="Content Placeholder 4" descr="Solar panels, clouds and wind turbines on hemisphere covered with green fields and farms. Sustainability and agriculture concept.">
            <a:extLst>
              <a:ext uri="{FF2B5EF4-FFF2-40B4-BE49-F238E27FC236}">
                <a16:creationId xmlns:a16="http://schemas.microsoft.com/office/drawing/2014/main" id="{86BACAF0-0569-4AA8-9785-BDBED3F8A1C9}"/>
              </a:ext>
            </a:extLst>
          </p:cNvPr>
          <p:cNvPicPr>
            <a:picLocks noGrp="1" noChangeAspect="1"/>
          </p:cNvPicPr>
          <p:nvPr>
            <p:ph type="pic" sz="quarter" idx="13"/>
          </p:nvPr>
        </p:nvPicPr>
        <p:blipFill>
          <a:blip r:embed="rId3"/>
          <a:srcRect t="719"/>
          <a:stretch>
            <a:fillRect/>
          </a:stretch>
        </p:blipFill>
        <p:spPr>
          <a:xfrm>
            <a:off x="20" y="10"/>
            <a:ext cx="6095980" cy="6857990"/>
          </a:xfrm>
          <a:prstGeom prst="rect">
            <a:avLst/>
          </a:prstGeom>
          <a:noFill/>
        </p:spPr>
      </p:pic>
      <p:sp>
        <p:nvSpPr>
          <p:cNvPr id="4" name="Content Placeholder 3">
            <a:extLst>
              <a:ext uri="{FF2B5EF4-FFF2-40B4-BE49-F238E27FC236}">
                <a16:creationId xmlns:a16="http://schemas.microsoft.com/office/drawing/2014/main" id="{260D66EA-386E-2620-90C6-BF258EBE09B0}"/>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86751" y="2552124"/>
            <a:ext cx="4738450" cy="3734376"/>
          </a:xfrm>
        </p:spPr>
        <p:txBody>
          <a:bodyPr>
            <a:normAutofit/>
          </a:bodyPr>
          <a:lstStyle/>
          <a:p>
            <a:pPr marL="0" indent="0">
              <a:spcBef>
                <a:spcPts val="2500"/>
              </a:spcBef>
              <a:spcAft>
                <a:spcPts val="600"/>
              </a:spcAft>
              <a:buFont typeface="Arial" panose="020B0604020202020204" pitchFamily="34" charset="0"/>
              <a:buNone/>
            </a:pPr>
            <a:r>
              <a:rPr lang="en-US" sz="1400" b="1"/>
              <a:t>Environmental Initiatives</a:t>
            </a:r>
          </a:p>
          <a:p>
            <a:pPr marL="0" lvl="1" indent="0">
              <a:spcAft>
                <a:spcPts val="600"/>
              </a:spcAft>
              <a:buFont typeface="Arial" panose="020B0604020202020204" pitchFamily="34" charset="0"/>
              <a:buNone/>
            </a:pPr>
            <a:r>
              <a:rPr lang="en-US" sz="1400"/>
              <a:t>Focused on land restoration, biodiversity protection, and carbon offset programs to reduce environmental impact.</a:t>
            </a:r>
          </a:p>
          <a:p>
            <a:pPr marL="0" indent="0">
              <a:spcBef>
                <a:spcPts val="2500"/>
              </a:spcBef>
              <a:spcAft>
                <a:spcPts val="600"/>
              </a:spcAft>
              <a:buFont typeface="Arial" panose="020B0604020202020204" pitchFamily="34" charset="0"/>
              <a:buNone/>
            </a:pPr>
            <a:r>
              <a:rPr lang="en-US" sz="1400" b="1"/>
              <a:t>Social Commitments</a:t>
            </a:r>
          </a:p>
          <a:p>
            <a:pPr marL="0" lvl="1" indent="0">
              <a:spcAft>
                <a:spcPts val="600"/>
              </a:spcAft>
              <a:buFont typeface="Arial" panose="020B0604020202020204" pitchFamily="34" charset="0"/>
              <a:buNone/>
            </a:pPr>
            <a:r>
              <a:rPr lang="en-US" sz="1400"/>
              <a:t>Promotes workforce training, local employment, and community benefit programs to support social development.</a:t>
            </a:r>
          </a:p>
          <a:p>
            <a:pPr marL="0" indent="0">
              <a:spcBef>
                <a:spcPts val="2500"/>
              </a:spcBef>
              <a:spcAft>
                <a:spcPts val="600"/>
              </a:spcAft>
              <a:buFont typeface="Arial" panose="020B0604020202020204" pitchFamily="34" charset="0"/>
              <a:buNone/>
            </a:pPr>
            <a:r>
              <a:rPr lang="en-US" sz="1400" b="1"/>
              <a:t>Governance Practices</a:t>
            </a:r>
          </a:p>
          <a:p>
            <a:pPr marL="0" lvl="1" indent="0">
              <a:spcAft>
                <a:spcPts val="600"/>
              </a:spcAft>
              <a:buFont typeface="Arial" panose="020B0604020202020204" pitchFamily="34" charset="0"/>
              <a:buNone/>
            </a:pPr>
            <a:r>
              <a:rPr lang="en-US" sz="1400"/>
              <a:t>Implements annual ESG reporting, stakeholder transparency, and ethical business conduct to ensure accountability.</a:t>
            </a:r>
          </a:p>
        </p:txBody>
      </p:sp>
    </p:spTree>
    <p:extLst>
      <p:ext uri="{BB962C8B-B14F-4D97-AF65-F5344CB8AC3E}">
        <p14:creationId xmlns:p14="http://schemas.microsoft.com/office/powerpoint/2010/main" val="832364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4CD1E-B8FE-0E5D-7F27-AD6F719189A2}"/>
              </a:ext>
            </a:extLst>
          </p:cNvPr>
          <p:cNvSpPr>
            <a:spLocks noGrp="1"/>
          </p:cNvSpPr>
          <p:nvPr>
            <p:ph type="title"/>
          </p:nvPr>
        </p:nvSpPr>
        <p:spPr>
          <a:xfrm>
            <a:off x="1088136" y="1090244"/>
            <a:ext cx="10037064" cy="5159257"/>
          </a:xfrm>
        </p:spPr>
        <p:txBody>
          <a:bodyPr anchor="t">
            <a:normAutofit/>
          </a:bodyPr>
          <a:lstStyle/>
          <a:p>
            <a:r>
              <a:rPr lang="en-US"/>
              <a:t>Scenario Analysis</a:t>
            </a:r>
          </a:p>
        </p:txBody>
      </p:sp>
    </p:spTree>
    <p:extLst>
      <p:ext uri="{BB962C8B-B14F-4D97-AF65-F5344CB8AC3E}">
        <p14:creationId xmlns:p14="http://schemas.microsoft.com/office/powerpoint/2010/main" val="2815540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853F2-79E6-5DCC-3DE2-7D41016CC55E}"/>
              </a:ext>
            </a:extLst>
          </p:cNvPr>
          <p:cNvSpPr>
            <a:spLocks noGrp="1"/>
          </p:cNvSpPr>
          <p:nvPr>
            <p:ph type="title"/>
          </p:nvPr>
        </p:nvSpPr>
        <p:spPr>
          <a:xfrm>
            <a:off x="1088136" y="1090244"/>
            <a:ext cx="4659277" cy="1669805"/>
          </a:xfrm>
        </p:spPr>
        <p:txBody>
          <a:bodyPr anchor="t">
            <a:normAutofit/>
          </a:bodyPr>
          <a:lstStyle/>
          <a:p>
            <a:r>
              <a:rPr lang="en-US" sz="3100"/>
              <a:t>Financial Resilience Across Risk Scenarios</a:t>
            </a:r>
          </a:p>
        </p:txBody>
      </p:sp>
      <p:graphicFrame>
        <p:nvGraphicFramePr>
          <p:cNvPr id="5" name="Content Placeholder 4">
            <a:extLst>
              <a:ext uri="{FF2B5EF4-FFF2-40B4-BE49-F238E27FC236}">
                <a16:creationId xmlns:a16="http://schemas.microsoft.com/office/drawing/2014/main" id="{661966C8-8470-496C-9D18-E1260F0CAD5A}"/>
              </a:ext>
            </a:extLst>
          </p:cNvPr>
          <p:cNvGraphicFramePr>
            <a:graphicFrameLocks noGrp="1"/>
          </p:cNvGraphicFramePr>
          <p:nvPr>
            <p:ph sz="quarter" idx="14"/>
            <p:extLst>
              <p:ext uri="{D42A27DB-BD31-4B8C-83A1-F6EECF244321}">
                <p14:modId xmlns:p14="http://schemas.microsoft.com/office/powerpoint/2010/main" val="2962421792"/>
              </p:ext>
            </p:extLst>
          </p:nvPr>
        </p:nvGraphicFramePr>
        <p:xfrm>
          <a:off x="6445250" y="2362279"/>
          <a:ext cx="4679951" cy="1852458"/>
        </p:xfrm>
        <a:graphic>
          <a:graphicData uri="http://schemas.openxmlformats.org/drawingml/2006/table">
            <a:tbl>
              <a:tblPr firstRow="1" bandRow="1">
                <a:noFill/>
                <a:tableStyleId>{5C22544A-7EE6-4342-B048-85BDC9FD1C3A}</a:tableStyleId>
              </a:tblPr>
              <a:tblGrid>
                <a:gridCol w="1307503">
                  <a:extLst>
                    <a:ext uri="{9D8B030D-6E8A-4147-A177-3AD203B41FA5}">
                      <a16:colId xmlns:a16="http://schemas.microsoft.com/office/drawing/2014/main" val="1612833232"/>
                    </a:ext>
                  </a:extLst>
                </a:gridCol>
                <a:gridCol w="896538">
                  <a:extLst>
                    <a:ext uri="{9D8B030D-6E8A-4147-A177-3AD203B41FA5}">
                      <a16:colId xmlns:a16="http://schemas.microsoft.com/office/drawing/2014/main" val="48275221"/>
                    </a:ext>
                  </a:extLst>
                </a:gridCol>
                <a:gridCol w="1237955">
                  <a:extLst>
                    <a:ext uri="{9D8B030D-6E8A-4147-A177-3AD203B41FA5}">
                      <a16:colId xmlns:a16="http://schemas.microsoft.com/office/drawing/2014/main" val="1426894103"/>
                    </a:ext>
                  </a:extLst>
                </a:gridCol>
                <a:gridCol w="1237955">
                  <a:extLst>
                    <a:ext uri="{9D8B030D-6E8A-4147-A177-3AD203B41FA5}">
                      <a16:colId xmlns:a16="http://schemas.microsoft.com/office/drawing/2014/main" val="927341964"/>
                    </a:ext>
                  </a:extLst>
                </a:gridCol>
              </a:tblGrid>
              <a:tr h="636099">
                <a:tc>
                  <a:txBody>
                    <a:bodyPr/>
                    <a:lstStyle/>
                    <a:p>
                      <a:pPr>
                        <a:buNone/>
                      </a:pPr>
                      <a:r>
                        <a:rPr lang="en-US" sz="1300" b="1" cap="all" spc="150">
                          <a:solidFill>
                            <a:schemeClr val="tx1"/>
                          </a:solidFill>
                        </a:rPr>
                        <a:t>Scenario</a:t>
                      </a:r>
                    </a:p>
                  </a:txBody>
                  <a:tcPr marL="109254" marR="109254" marT="109254" marB="109254"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300" b="1" cap="all" spc="150">
                          <a:solidFill>
                            <a:schemeClr val="tx1"/>
                          </a:solidFill>
                        </a:rPr>
                        <a:t>NPV (USD)</a:t>
                      </a:r>
                    </a:p>
                  </a:txBody>
                  <a:tcPr marL="109254" marR="109254" marT="109254" marB="109254"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300" b="1" cap="all" spc="150">
                          <a:solidFill>
                            <a:schemeClr val="tx1"/>
                          </a:solidFill>
                        </a:rPr>
                        <a:t>Average ADSCR</a:t>
                      </a:r>
                    </a:p>
                  </a:txBody>
                  <a:tcPr marL="109254" marR="109254" marT="109254" marB="109254"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300" b="1" cap="all" spc="150">
                          <a:solidFill>
                            <a:schemeClr val="tx1"/>
                          </a:solidFill>
                        </a:rPr>
                        <a:t>Average LLCR</a:t>
                      </a:r>
                    </a:p>
                  </a:txBody>
                  <a:tcPr marL="109254" marR="109254" marT="109254" marB="109254"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4291493854"/>
                  </a:ext>
                </a:extLst>
              </a:tr>
              <a:tr h="405453">
                <a:tc>
                  <a:txBody>
                    <a:bodyPr/>
                    <a:lstStyle/>
                    <a:p>
                      <a:pPr>
                        <a:buNone/>
                      </a:pPr>
                      <a:r>
                        <a:rPr lang="en-US" sz="1000" b="1" cap="none" spc="0">
                          <a:solidFill>
                            <a:schemeClr val="tx1"/>
                          </a:solidFill>
                        </a:rPr>
                        <a:t>Base Case</a:t>
                      </a:r>
                    </a:p>
                  </a:txBody>
                  <a:tcPr marL="109254" marR="109254" marT="109254" marB="10925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000" cap="none" spc="0" dirty="0">
                          <a:solidFill>
                            <a:schemeClr val="tx1"/>
                          </a:solidFill>
                        </a:rPr>
                        <a:t>$42.50 M</a:t>
                      </a:r>
                    </a:p>
                  </a:txBody>
                  <a:tcPr marL="109254" marR="109254" marT="109254" marB="10925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000" cap="none" spc="0" dirty="0">
                          <a:solidFill>
                            <a:schemeClr val="tx1"/>
                          </a:solidFill>
                        </a:rPr>
                        <a:t>1.50</a:t>
                      </a:r>
                    </a:p>
                  </a:txBody>
                  <a:tcPr marL="109254" marR="109254" marT="109254" marB="10925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000" cap="none" spc="0" dirty="0">
                          <a:solidFill>
                            <a:schemeClr val="tx1"/>
                          </a:solidFill>
                        </a:rPr>
                        <a:t>1.55</a:t>
                      </a:r>
                    </a:p>
                  </a:txBody>
                  <a:tcPr marL="109254" marR="109254" marT="109254" marB="10925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786025567"/>
                  </a:ext>
                </a:extLst>
              </a:tr>
              <a:tr h="405453">
                <a:tc>
                  <a:txBody>
                    <a:bodyPr/>
                    <a:lstStyle/>
                    <a:p>
                      <a:pPr>
                        <a:buNone/>
                      </a:pPr>
                      <a:r>
                        <a:rPr lang="en-US" sz="1000" b="1" cap="none" spc="0">
                          <a:solidFill>
                            <a:schemeClr val="tx1"/>
                          </a:solidFill>
                        </a:rPr>
                        <a:t>Moderate Risk</a:t>
                      </a:r>
                    </a:p>
                  </a:txBody>
                  <a:tcPr marL="109254" marR="109254" marT="109254" marB="10925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000" cap="none" spc="0" dirty="0">
                          <a:solidFill>
                            <a:schemeClr val="tx1"/>
                          </a:solidFill>
                        </a:rPr>
                        <a:t>$18.56M</a:t>
                      </a:r>
                    </a:p>
                  </a:txBody>
                  <a:tcPr marL="109254" marR="109254" marT="109254" marB="10925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000" cap="none" spc="0" dirty="0">
                          <a:solidFill>
                            <a:schemeClr val="tx1"/>
                          </a:solidFill>
                        </a:rPr>
                        <a:t>1.38</a:t>
                      </a:r>
                    </a:p>
                  </a:txBody>
                  <a:tcPr marL="109254" marR="109254" marT="109254" marB="10925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000" cap="none" spc="0" dirty="0">
                          <a:solidFill>
                            <a:schemeClr val="tx1"/>
                          </a:solidFill>
                        </a:rPr>
                        <a:t>1.42</a:t>
                      </a:r>
                    </a:p>
                  </a:txBody>
                  <a:tcPr marL="109254" marR="109254" marT="109254" marB="10925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93904196"/>
                  </a:ext>
                </a:extLst>
              </a:tr>
              <a:tr h="405453">
                <a:tc>
                  <a:txBody>
                    <a:bodyPr/>
                    <a:lstStyle/>
                    <a:p>
                      <a:pPr>
                        <a:buNone/>
                      </a:pPr>
                      <a:r>
                        <a:rPr lang="en-US" sz="1000" b="1" cap="none" spc="0">
                          <a:solidFill>
                            <a:schemeClr val="tx1"/>
                          </a:solidFill>
                        </a:rPr>
                        <a:t>High Risk</a:t>
                      </a:r>
                    </a:p>
                  </a:txBody>
                  <a:tcPr marL="109254" marR="109254" marT="109254" marB="10925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000" cap="none" spc="0" dirty="0">
                          <a:solidFill>
                            <a:schemeClr val="tx1"/>
                          </a:solidFill>
                        </a:rPr>
                        <a:t>$5.2M</a:t>
                      </a:r>
                    </a:p>
                  </a:txBody>
                  <a:tcPr marL="109254" marR="109254" marT="109254" marB="10925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000" cap="none" spc="0" dirty="0">
                          <a:solidFill>
                            <a:schemeClr val="tx1"/>
                          </a:solidFill>
                        </a:rPr>
                        <a:t>1.28</a:t>
                      </a:r>
                    </a:p>
                  </a:txBody>
                  <a:tcPr marL="109254" marR="109254" marT="109254" marB="10925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000" cap="none" spc="0" dirty="0">
                          <a:solidFill>
                            <a:schemeClr val="tx1"/>
                          </a:solidFill>
                        </a:rPr>
                        <a:t>1.31</a:t>
                      </a:r>
                    </a:p>
                  </a:txBody>
                  <a:tcPr marL="109254" marR="109254" marT="109254" marB="10925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3158399176"/>
                  </a:ext>
                </a:extLst>
              </a:tr>
            </a:tbl>
          </a:graphicData>
        </a:graphic>
      </p:graphicFrame>
    </p:spTree>
    <p:extLst>
      <p:ext uri="{BB962C8B-B14F-4D97-AF65-F5344CB8AC3E}">
        <p14:creationId xmlns:p14="http://schemas.microsoft.com/office/powerpoint/2010/main" val="307683795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7CD23-27A0-E09C-80E7-765203530C30}"/>
              </a:ext>
            </a:extLst>
          </p:cNvPr>
          <p:cNvSpPr>
            <a:spLocks noGrp="1"/>
          </p:cNvSpPr>
          <p:nvPr>
            <p:ph type="title"/>
          </p:nvPr>
        </p:nvSpPr>
        <p:spPr>
          <a:xfrm>
            <a:off x="1088136" y="1090244"/>
            <a:ext cx="10037064" cy="5159257"/>
          </a:xfrm>
        </p:spPr>
        <p:txBody>
          <a:bodyPr anchor="t">
            <a:normAutofit/>
          </a:bodyPr>
          <a:lstStyle/>
          <a:p>
            <a:r>
              <a:rPr lang="en-US"/>
              <a:t>Call to Action</a:t>
            </a:r>
          </a:p>
        </p:txBody>
      </p:sp>
    </p:spTree>
    <p:extLst>
      <p:ext uri="{BB962C8B-B14F-4D97-AF65-F5344CB8AC3E}">
        <p14:creationId xmlns:p14="http://schemas.microsoft.com/office/powerpoint/2010/main" val="6213065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D818B-3111-5965-3243-B187011A6C95}"/>
              </a:ext>
            </a:extLst>
          </p:cNvPr>
          <p:cNvSpPr>
            <a:spLocks noGrp="1"/>
          </p:cNvSpPr>
          <p:nvPr>
            <p:ph type="title"/>
          </p:nvPr>
        </p:nvSpPr>
        <p:spPr>
          <a:xfrm>
            <a:off x="1088136" y="1090246"/>
            <a:ext cx="10840626" cy="790510"/>
          </a:xfrm>
        </p:spPr>
        <p:txBody>
          <a:bodyPr anchor="t">
            <a:normAutofit/>
          </a:bodyPr>
          <a:lstStyle/>
          <a:p>
            <a:r>
              <a:rPr lang="en-US"/>
              <a:t>Investor Engagement</a:t>
            </a:r>
          </a:p>
        </p:txBody>
      </p:sp>
      <p:graphicFrame>
        <p:nvGraphicFramePr>
          <p:cNvPr id="4" name="Content Placeholder 3">
            <a:extLst>
              <a:ext uri="{FF2B5EF4-FFF2-40B4-BE49-F238E27FC236}">
                <a16:creationId xmlns:a16="http://schemas.microsoft.com/office/drawing/2014/main" id="{9766AFC4-EDCD-4096-9BD2-E9BE54281A5D}"/>
              </a:ext>
            </a:extLst>
          </p:cNvPr>
          <p:cNvGraphicFramePr>
            <a:graphicFrameLocks noGrp="1"/>
          </p:cNvGraphicFramePr>
          <p:nvPr>
            <p:ph idx="1"/>
            <p:extLst>
              <p:ext uri="{D42A27DB-BD31-4B8C-83A1-F6EECF244321}">
                <p14:modId xmlns:p14="http://schemas.microsoft.com/office/powerpoint/2010/main" val="50449742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088135" y="1880756"/>
          <a:ext cx="10840627" cy="4558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50799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6A3E7-AD6F-BC3B-86C7-28D60D3DA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0D061-8D4D-9955-29FE-21E85E525F22}"/>
              </a:ext>
            </a:extLst>
          </p:cNvPr>
          <p:cNvSpPr>
            <a:spLocks noGrp="1"/>
          </p:cNvSpPr>
          <p:nvPr>
            <p:ph type="title"/>
          </p:nvPr>
        </p:nvSpPr>
        <p:spPr>
          <a:xfrm>
            <a:off x="1088136" y="1090244"/>
            <a:ext cx="10037064" cy="5159257"/>
          </a:xfrm>
        </p:spPr>
        <p:txBody>
          <a:bodyPr anchor="t">
            <a:normAutofit/>
          </a:bodyPr>
          <a:lstStyle/>
          <a:p>
            <a:r>
              <a:rPr lang="en-US" sz="6000" dirty="0" err="1"/>
              <a:t>llm</a:t>
            </a:r>
            <a:r>
              <a:rPr lang="en-US" sz="6000" dirty="0"/>
              <a:t> experience</a:t>
            </a:r>
            <a:br>
              <a:rPr lang="en-US" dirty="0"/>
            </a:br>
            <a:br>
              <a:rPr lang="en-GB" sz="1200" dirty="0"/>
            </a:br>
            <a:br>
              <a:rPr lang="en-US" sz="1200" b="0" dirty="0"/>
            </a:br>
            <a:endParaRPr lang="en-US" sz="1200" b="0" dirty="0"/>
          </a:p>
        </p:txBody>
      </p:sp>
    </p:spTree>
    <p:extLst>
      <p:ext uri="{BB962C8B-B14F-4D97-AF65-F5344CB8AC3E}">
        <p14:creationId xmlns:p14="http://schemas.microsoft.com/office/powerpoint/2010/main" val="26923954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ngle view of circuit shaped like a brain">
            <a:extLst>
              <a:ext uri="{FF2B5EF4-FFF2-40B4-BE49-F238E27FC236}">
                <a16:creationId xmlns:a16="http://schemas.microsoft.com/office/drawing/2014/main" id="{0805625A-2F50-BB29-F215-137FD7628A67}"/>
              </a:ext>
            </a:extLst>
          </p:cNvPr>
          <p:cNvPicPr>
            <a:picLocks noChangeAspect="1"/>
          </p:cNvPicPr>
          <p:nvPr/>
        </p:nvPicPr>
        <p:blipFill>
          <a:blip r:embed="rId2"/>
          <a:srcRect l="20372" r="17630" b="2"/>
          <a:stretch>
            <a:fillRect/>
          </a:stretch>
        </p:blipFill>
        <p:spPr>
          <a:xfrm>
            <a:off x="20" y="10"/>
            <a:ext cx="5762710" cy="6857990"/>
          </a:xfrm>
          <a:prstGeom prst="rect">
            <a:avLst/>
          </a:prstGeom>
          <a:noFill/>
        </p:spPr>
      </p:pic>
      <p:sp>
        <p:nvSpPr>
          <p:cNvPr id="9" name="Content Placeholder 3">
            <a:extLst>
              <a:ext uri="{FF2B5EF4-FFF2-40B4-BE49-F238E27FC236}">
                <a16:creationId xmlns:a16="http://schemas.microsoft.com/office/drawing/2014/main" id="{61CD1CC1-5870-2672-0F42-CC8D819EEF0D}"/>
              </a:ext>
            </a:extLst>
          </p:cNvPr>
          <p:cNvSpPr>
            <a:spLocks noGrp="1"/>
          </p:cNvSpPr>
          <p:nvPr>
            <p:ph sz="quarter" idx="15"/>
          </p:nvPr>
        </p:nvSpPr>
        <p:spPr>
          <a:xfrm>
            <a:off x="6225977" y="1169926"/>
            <a:ext cx="4738450" cy="3734376"/>
          </a:xfrm>
        </p:spPr>
        <p:txBody>
          <a:bodyPr>
            <a:normAutofit/>
          </a:bodyPr>
          <a:lstStyle/>
          <a:p>
            <a:pPr marL="0" indent="0">
              <a:lnSpc>
                <a:spcPct val="90000"/>
              </a:lnSpc>
              <a:spcAft>
                <a:spcPts val="600"/>
              </a:spcAft>
              <a:buNone/>
            </a:pPr>
            <a:r>
              <a:rPr lang="en-GB" sz="1400" dirty="0"/>
              <a:t>LLM experience generating Finance plan for this project</a:t>
            </a:r>
          </a:p>
          <a:p>
            <a:pPr marL="0" indent="0">
              <a:lnSpc>
                <a:spcPct val="90000"/>
              </a:lnSpc>
              <a:spcAft>
                <a:spcPts val="600"/>
              </a:spcAft>
              <a:buNone/>
            </a:pPr>
            <a:endParaRPr lang="en-GB" sz="1400" dirty="0"/>
          </a:p>
          <a:p>
            <a:pPr>
              <a:lnSpc>
                <a:spcPct val="90000"/>
              </a:lnSpc>
              <a:spcAft>
                <a:spcPts val="600"/>
              </a:spcAft>
            </a:pPr>
            <a:r>
              <a:rPr lang="en-GB" sz="1400" dirty="0"/>
              <a:t>* Feeding prompts, searching and drafting</a:t>
            </a:r>
            <a:br>
              <a:rPr lang="en-GB" sz="1400" dirty="0"/>
            </a:br>
            <a:r>
              <a:rPr lang="en-GB" sz="1400" dirty="0"/>
              <a:t>* Provides structured analysis from multiple sources </a:t>
            </a:r>
            <a:r>
              <a:rPr lang="en-GB" dirty="0"/>
              <a:t>aligned with the course textbook material.</a:t>
            </a:r>
            <a:r>
              <a:rPr lang="en-GB" sz="1400" dirty="0"/>
              <a:t>.</a:t>
            </a:r>
            <a:br>
              <a:rPr lang="en-GB" sz="1400" dirty="0"/>
            </a:br>
            <a:br>
              <a:rPr lang="en-GB" sz="1400" dirty="0"/>
            </a:br>
            <a:r>
              <a:rPr lang="en-GB" sz="1400" dirty="0"/>
              <a:t>Verification Process </a:t>
            </a:r>
          </a:p>
          <a:p>
            <a:pPr marL="0" indent="0">
              <a:lnSpc>
                <a:spcPct val="90000"/>
              </a:lnSpc>
              <a:spcAft>
                <a:spcPts val="600"/>
              </a:spcAft>
              <a:buNone/>
            </a:pPr>
            <a:br>
              <a:rPr lang="en-GB" sz="1400" dirty="0"/>
            </a:br>
            <a:r>
              <a:rPr lang="en-GB" sz="1400" dirty="0"/>
              <a:t>* Cross-check with official data and references</a:t>
            </a:r>
            <a:br>
              <a:rPr lang="en-GB" sz="1400" dirty="0"/>
            </a:br>
            <a:r>
              <a:rPr lang="en-GB" sz="1400" dirty="0"/>
              <a:t>* Ensure technical specs match book material</a:t>
            </a:r>
            <a:br>
              <a:rPr lang="en-GB" sz="1400" dirty="0"/>
            </a:br>
            <a:br>
              <a:rPr lang="en-GB" sz="1400" dirty="0"/>
            </a:br>
            <a:r>
              <a:rPr lang="en-GB" sz="1400" dirty="0"/>
              <a:t>Avoiding Hallucinations </a:t>
            </a:r>
          </a:p>
          <a:p>
            <a:pPr marL="0" indent="0">
              <a:lnSpc>
                <a:spcPct val="90000"/>
              </a:lnSpc>
              <a:spcAft>
                <a:spcPts val="600"/>
              </a:spcAft>
              <a:buNone/>
            </a:pPr>
            <a:br>
              <a:rPr lang="en-GB" sz="1400" dirty="0"/>
            </a:br>
            <a:r>
              <a:rPr lang="en-GB" sz="1400" dirty="0"/>
              <a:t>* Apply consistency checks with uploaded files</a:t>
            </a:r>
            <a:br>
              <a:rPr lang="en-GB" sz="1400" dirty="0"/>
            </a:br>
            <a:r>
              <a:rPr lang="en-GB" sz="1400" dirty="0"/>
              <a:t>* Manual review before finalization</a:t>
            </a:r>
            <a:endParaRPr lang="en-FI" sz="1400" dirty="0"/>
          </a:p>
        </p:txBody>
      </p:sp>
    </p:spTree>
    <p:extLst>
      <p:ext uri="{BB962C8B-B14F-4D97-AF65-F5344CB8AC3E}">
        <p14:creationId xmlns:p14="http://schemas.microsoft.com/office/powerpoint/2010/main" val="3834226460"/>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design_Copilot Layouts_win32_SD_V7" id="{D68CBEBD-98F0-4FAF-8687-8614116B2926}" vid="{DBF1F633-2586-48B7-A7E5-6478FA1D81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D147B0A-A3D1-43B0-B0BE-D6581D3609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16ACBC-C288-4FE2-A121-1047B4270A61}">
  <ds:schemaRefs>
    <ds:schemaRef ds:uri="http://schemas.microsoft.com/sharepoint/v3/contenttype/forms"/>
  </ds:schemaRefs>
</ds:datastoreItem>
</file>

<file path=customXml/itemProps3.xml><?xml version="1.0" encoding="utf-8"?>
<ds:datastoreItem xmlns:ds="http://schemas.openxmlformats.org/officeDocument/2006/customXml" ds:itemID="{AA9D4D66-A82C-4C14-A5CE-108788051B7D}">
  <ds:schemaRefs>
    <ds:schemaRef ds:uri="71af3243-3dd4-4a8d-8c0d-dd76da1f02a5"/>
    <ds:schemaRef ds:uri="http://schemas.microsoft.com/office/2006/documentManagement/types"/>
    <ds:schemaRef ds:uri="http://purl.org/dc/terms/"/>
    <ds:schemaRef ds:uri="http://purl.org/dc/elements/1.1/"/>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purl.org/dc/dcmitype/"/>
    <ds:schemaRef ds:uri="230e9df3-be65-4c73-a93b-d1236ebd677e"/>
    <ds:schemaRef ds:uri="16c05727-aa75-4e4a-9b5f-8a80a1165891"/>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6517</TotalTime>
  <Words>1469</Words>
  <Application>Microsoft Office PowerPoint</Application>
  <PresentationFormat>Widescreen</PresentationFormat>
  <Paragraphs>116</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Neue Haas Grotesk Text Pro</vt:lpstr>
      <vt:lpstr>System Font Regular</vt:lpstr>
      <vt:lpstr>Bjorn</vt:lpstr>
      <vt:lpstr>Quezon Renewable Energy Hub Investor Presentation</vt:lpstr>
      <vt:lpstr>Project Overview</vt:lpstr>
      <vt:lpstr>Project Scope and Objectives</vt:lpstr>
      <vt:lpstr>Market Opportunity</vt:lpstr>
      <vt:lpstr>Renewable Energy Demand and Incentives</vt:lpstr>
      <vt:lpstr>Financial Highlights</vt:lpstr>
      <vt:lpstr>Key Financial Metrics</vt:lpstr>
      <vt:lpstr>Risk Mitigation Strategies</vt:lpstr>
      <vt:lpstr>Comprehensive Risk Management</vt:lpstr>
      <vt:lpstr>ESG Commitments</vt:lpstr>
      <vt:lpstr>Environmental, Social, and Governance Goals</vt:lpstr>
      <vt:lpstr>Scenario Analysis</vt:lpstr>
      <vt:lpstr>Financial Resilience Across Risk Scenarios</vt:lpstr>
      <vt:lpstr>Call to Action</vt:lpstr>
      <vt:lpstr>Investor Engagement</vt:lpstr>
      <vt:lpstr>llm experience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Redouane Afilali</cp:lastModifiedBy>
  <cp:revision>10</cp:revision>
  <dcterms:created xsi:type="dcterms:W3CDTF">2022-04-13T19:23:35Z</dcterms:created>
  <dcterms:modified xsi:type="dcterms:W3CDTF">2025-11-10T19:52:10Z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